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B33905-1098-428E-A375-43B8BA2ED07F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6728A-E8F8-47CF-8B58-18327AF7470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C18C00-6FAD-462C-A67A-F403B0EBAF1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B3475DB-A3CF-4016-96D3-7B8FBA2B75C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Vibrant autumn trees"/>
          <p:cNvPicPr>
            <a:picLocks noChangeAspect="1"/>
          </p:cNvPicPr>
          <p:nvPr/>
        </p:nvPicPr>
        <p:blipFill>
          <a:blip r:embed="rId1"/>
          <a:srcRect l="10236" r="30764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80563" y="1678665"/>
            <a:ext cx="4933476" cy="2372168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Red Black Trees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80563" y="4050833"/>
            <a:ext cx="3893440" cy="1096899"/>
          </a:xfrm>
        </p:spPr>
        <p:txBody>
          <a:bodyPr>
            <a:normAutofit/>
          </a:bodyPr>
          <a:lstStyle/>
          <a:p>
            <a:r>
              <a:rPr lang="en-GB" dirty="0"/>
              <a:t>Prof. Prateek Vishnoi </a:t>
            </a:r>
            <a:endParaRPr lang="en-GB" dirty="0"/>
          </a:p>
          <a:p>
            <a:r>
              <a:rPr lang="en-US" altLang="en-IN" dirty="0"/>
              <a:t>Dr. Vipin Kumar</a:t>
            </a:r>
            <a:endParaRPr lang="en-US" alt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005" y="88491"/>
            <a:ext cx="8596668" cy="668594"/>
          </a:xfrm>
        </p:spPr>
        <p:txBody>
          <a:bodyPr>
            <a:noAutofit/>
          </a:bodyPr>
          <a:lstStyle/>
          <a:p>
            <a:r>
              <a:rPr lang="en-GB" sz="4400" dirty="0"/>
              <a:t>Properties</a:t>
            </a:r>
            <a:endParaRPr lang="en-IN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186" y="1095323"/>
            <a:ext cx="9322072" cy="3880773"/>
          </a:xfrm>
        </p:spPr>
        <p:txBody>
          <a:bodyPr>
            <a:noAutofit/>
          </a:bodyPr>
          <a:lstStyle/>
          <a:p>
            <a:r>
              <a:rPr lang="en-GB" sz="3200" b="0" i="0" u="none" strike="noStrike" baseline="0" dirty="0">
                <a:latin typeface="CMSS10"/>
              </a:rPr>
              <a:t>A red-black tree is a binary search tree that satisfies the following :</a:t>
            </a:r>
            <a:endParaRPr lang="en-GB" sz="3200" b="0" i="0" u="none" strike="noStrike" baseline="0" dirty="0">
              <a:latin typeface="CMSS10"/>
            </a:endParaRPr>
          </a:p>
          <a:p>
            <a:pPr>
              <a:buFont typeface="+mj-lt"/>
              <a:buAutoNum type="arabicPeriod"/>
            </a:pPr>
            <a:r>
              <a:rPr lang="en-GB" sz="3200" b="0" i="0" u="none" strike="noStrike" baseline="0" dirty="0">
                <a:latin typeface="CMSS10"/>
              </a:rPr>
              <a:t>Every node is either red or black.</a:t>
            </a:r>
            <a:endParaRPr lang="en-GB" sz="3200" dirty="0">
              <a:latin typeface="CMSS10"/>
            </a:endParaRPr>
          </a:p>
          <a:p>
            <a:pPr>
              <a:buFont typeface="+mj-lt"/>
              <a:buAutoNum type="arabicPeriod"/>
            </a:pPr>
            <a:r>
              <a:rPr lang="en-IN" sz="3200" b="0" i="0" u="none" strike="noStrike" baseline="0" dirty="0">
                <a:latin typeface="CMSS10"/>
              </a:rPr>
              <a:t>The root is black.</a:t>
            </a:r>
            <a:endParaRPr lang="en-GB" sz="3200" b="0" i="0" u="none" strike="noStrike" baseline="0" dirty="0">
              <a:latin typeface="CMSS10"/>
            </a:endParaRPr>
          </a:p>
          <a:p>
            <a:pPr>
              <a:buFont typeface="+mj-lt"/>
              <a:buAutoNum type="arabicPeriod"/>
            </a:pPr>
            <a:r>
              <a:rPr lang="en-GB" sz="3200" b="0" i="0" u="none" strike="noStrike" baseline="0" dirty="0">
                <a:latin typeface="CMSS10"/>
              </a:rPr>
              <a:t>Every leaf (NIL) is black.</a:t>
            </a:r>
            <a:endParaRPr lang="en-GB" sz="3200" dirty="0">
              <a:latin typeface="CMSS10"/>
            </a:endParaRPr>
          </a:p>
          <a:p>
            <a:pPr>
              <a:buFont typeface="+mj-lt"/>
              <a:buAutoNum type="arabicPeriod"/>
            </a:pPr>
            <a:r>
              <a:rPr lang="en-GB" sz="3200" b="0" i="0" u="none" strike="noStrike" baseline="0" dirty="0">
                <a:latin typeface="CMSS10"/>
              </a:rPr>
              <a:t>If a node is red, then both its children are black.</a:t>
            </a:r>
            <a:endParaRPr lang="en-GB" sz="3200" b="0" i="0" u="none" strike="noStrike" baseline="0" dirty="0">
              <a:latin typeface="CMSS10"/>
            </a:endParaRPr>
          </a:p>
          <a:p>
            <a:pPr algn="l">
              <a:buFont typeface="+mj-lt"/>
              <a:buAutoNum type="arabicPeriod"/>
            </a:pPr>
            <a:r>
              <a:rPr lang="en-GB" sz="3200" b="0" i="0" u="none" strike="noStrike" baseline="0" dirty="0">
                <a:latin typeface="CMSS10"/>
              </a:rPr>
              <a:t>For each node, all simple paths from the node to descendant leaves contain the same number of black nodes.</a:t>
            </a:r>
            <a:endParaRPr lang="en-IN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054" y="0"/>
            <a:ext cx="3208134" cy="815643"/>
          </a:xfrm>
        </p:spPr>
        <p:txBody>
          <a:bodyPr/>
          <a:lstStyle/>
          <a:p>
            <a:r>
              <a:rPr lang="en-GB" dirty="0"/>
              <a:t>Deletion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215" y="845357"/>
            <a:ext cx="11560636" cy="6012643"/>
          </a:xfrm>
        </p:spPr>
        <p:txBody>
          <a:bodyPr>
            <a:normAutofit fontScale="92500" lnSpcReduction="10000"/>
          </a:bodyPr>
          <a:lstStyle/>
          <a:p>
            <a:r>
              <a:rPr lang="en-GB" sz="2800" dirty="0"/>
              <a:t>Delete acc. To BST.</a:t>
            </a:r>
            <a:endParaRPr lang="en-GB" sz="2800" dirty="0"/>
          </a:p>
          <a:p>
            <a:r>
              <a:rPr lang="en-GB" sz="2800" dirty="0"/>
              <a:t>Case 1: If the node to be deleted is RED, DELETE it and EXIT.</a:t>
            </a:r>
            <a:endParaRPr lang="en-GB" sz="2800" dirty="0"/>
          </a:p>
          <a:p>
            <a:r>
              <a:rPr lang="en-GB" sz="2800" dirty="0"/>
              <a:t>Case 2 : If DB is ROOT, remove DB.</a:t>
            </a:r>
            <a:endParaRPr lang="en-GB" sz="2800" dirty="0"/>
          </a:p>
          <a:p>
            <a:r>
              <a:rPr lang="en-GB" sz="2800" dirty="0"/>
              <a:t>Case 3 : If DB’s sibling is BLACK and both its NEPHEW are BLACK</a:t>
            </a:r>
            <a:endParaRPr lang="en-GB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					   REMOVE DB.</a:t>
            </a:r>
            <a:endParaRPr lang="en-GB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                      Make sibling RED.</a:t>
            </a:r>
            <a:endParaRPr lang="en-GB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                      Add BLACK to PARENT.</a:t>
            </a:r>
            <a:endParaRPr lang="en-GB" sz="2800" dirty="0"/>
          </a:p>
          <a:p>
            <a:pPr marL="0" indent="0">
              <a:buNone/>
            </a:pPr>
            <a:endParaRPr lang="en-GB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800" dirty="0"/>
              <a:t>Case 4 : If DB’s sibling is RED,</a:t>
            </a:r>
            <a:endParaRPr lang="en-GB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                      SWAP </a:t>
            </a:r>
            <a:r>
              <a:rPr lang="en-GB" sz="2800" dirty="0" err="1"/>
              <a:t>color’s</a:t>
            </a:r>
            <a:r>
              <a:rPr lang="en-GB" sz="2800" dirty="0"/>
              <a:t> of DB’s parent and DB’s sibling.</a:t>
            </a:r>
            <a:endParaRPr lang="en-GB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                      Rotate parent in DB’s direction.</a:t>
            </a:r>
            <a:endParaRPr lang="en-GB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                      Reapply a suitable case.</a:t>
            </a:r>
            <a:endParaRPr lang="en-GB" sz="2800" dirty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054" y="0"/>
            <a:ext cx="3208134" cy="815643"/>
          </a:xfrm>
        </p:spPr>
        <p:txBody>
          <a:bodyPr/>
          <a:lstStyle/>
          <a:p>
            <a:r>
              <a:rPr lang="en-GB" dirty="0"/>
              <a:t>Deletion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215" y="845357"/>
            <a:ext cx="11560636" cy="6012643"/>
          </a:xfrm>
        </p:spPr>
        <p:txBody>
          <a:bodyPr>
            <a:normAutofit/>
          </a:bodyPr>
          <a:lstStyle/>
          <a:p>
            <a:r>
              <a:rPr lang="en-GB" sz="2800" dirty="0"/>
              <a:t>Case 5: If DB’s sibling is BLACK, far nephew is BLACK &amp; near nephew is RED :</a:t>
            </a:r>
            <a:endParaRPr lang="en-GB" sz="2800" dirty="0"/>
          </a:p>
          <a:p>
            <a:pPr lvl="4">
              <a:buFont typeface="Arial" panose="020B0604020202020204" pitchFamily="34" charset="0"/>
              <a:buChar char="•"/>
            </a:pPr>
            <a:r>
              <a:rPr lang="en-GB" sz="2200" dirty="0"/>
              <a:t>SWAP </a:t>
            </a:r>
            <a:r>
              <a:rPr lang="en-GB" sz="2200" dirty="0" err="1"/>
              <a:t>colors</a:t>
            </a:r>
            <a:r>
              <a:rPr lang="en-GB" sz="2200" dirty="0"/>
              <a:t> of DB’s siblings &amp; DB’s near NEPHEW.</a:t>
            </a:r>
            <a:endParaRPr lang="en-GB" sz="2200" dirty="0"/>
          </a:p>
          <a:p>
            <a:pPr lvl="4">
              <a:buFont typeface="Arial" panose="020B0604020202020204" pitchFamily="34" charset="0"/>
              <a:buChar char="•"/>
            </a:pPr>
            <a:r>
              <a:rPr lang="en-GB" sz="2200" dirty="0"/>
              <a:t>ROTATE DB’s sibling in opposite direction of DB.</a:t>
            </a:r>
            <a:endParaRPr lang="en-GB" sz="2200" dirty="0"/>
          </a:p>
          <a:p>
            <a:pPr lvl="4">
              <a:buFont typeface="Arial" panose="020B0604020202020204" pitchFamily="34" charset="0"/>
              <a:buChar char="•"/>
            </a:pPr>
            <a:r>
              <a:rPr lang="en-GB" sz="2200" dirty="0"/>
              <a:t>Apply Case 6.</a:t>
            </a:r>
            <a:endParaRPr lang="en-GB" sz="2200" dirty="0"/>
          </a:p>
          <a:p>
            <a:pPr marL="1828800" lvl="4" indent="0">
              <a:buNone/>
            </a:pPr>
            <a:endParaRPr lang="en-GB" sz="2200" dirty="0"/>
          </a:p>
          <a:p>
            <a:r>
              <a:rPr lang="en-IN" sz="2800" dirty="0"/>
              <a:t>Case 6 : If DB’s sibling is BLACK &amp; far nephew is RED.</a:t>
            </a:r>
            <a:endParaRPr lang="en-IN" sz="2800" dirty="0"/>
          </a:p>
          <a:p>
            <a:pPr lvl="4">
              <a:buFont typeface="Arial" panose="020B0604020202020204" pitchFamily="34" charset="0"/>
              <a:buChar char="•"/>
            </a:pPr>
            <a:r>
              <a:rPr lang="en-IN" sz="2200" dirty="0"/>
              <a:t>SWAP </a:t>
            </a:r>
            <a:r>
              <a:rPr lang="en-IN" sz="2200" dirty="0" err="1"/>
              <a:t>colors</a:t>
            </a:r>
            <a:r>
              <a:rPr lang="en-IN" sz="2200" dirty="0"/>
              <a:t> of DB’s parent &amp; DB’s sibling.</a:t>
            </a:r>
            <a:endParaRPr lang="en-IN" sz="2200" dirty="0"/>
          </a:p>
          <a:p>
            <a:pPr lvl="4">
              <a:buFont typeface="Arial" panose="020B0604020202020204" pitchFamily="34" charset="0"/>
              <a:buChar char="•"/>
            </a:pPr>
            <a:r>
              <a:rPr lang="en-IN" sz="2200" dirty="0"/>
              <a:t>ROTATE DB’s parent in DB’s direction.</a:t>
            </a:r>
            <a:endParaRPr lang="en-IN" sz="2200" dirty="0"/>
          </a:p>
          <a:p>
            <a:pPr lvl="4">
              <a:buFont typeface="Arial" panose="020B0604020202020204" pitchFamily="34" charset="0"/>
              <a:buChar char="•"/>
            </a:pPr>
            <a:r>
              <a:rPr lang="en-IN" sz="2200" dirty="0"/>
              <a:t>Change </a:t>
            </a:r>
            <a:r>
              <a:rPr lang="en-IN" sz="2200" dirty="0" err="1"/>
              <a:t>color</a:t>
            </a:r>
            <a:r>
              <a:rPr lang="en-IN" sz="2200" dirty="0"/>
              <a:t> of RED nephew to BLACK.</a:t>
            </a:r>
            <a:endParaRPr lang="en-IN" sz="2200" dirty="0"/>
          </a:p>
          <a:p>
            <a:pPr lvl="4">
              <a:buFont typeface="Arial" panose="020B0604020202020204" pitchFamily="34" charset="0"/>
              <a:buChar char="•"/>
            </a:pPr>
            <a:r>
              <a:rPr lang="en-IN" sz="2200" dirty="0"/>
              <a:t>REMOVE DB.</a:t>
            </a:r>
            <a:endParaRPr lang="en-IN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6731" y="0"/>
            <a:ext cx="3719412" cy="874636"/>
          </a:xfrm>
        </p:spPr>
        <p:txBody>
          <a:bodyPr/>
          <a:lstStyle/>
          <a:p>
            <a:r>
              <a:rPr lang="en-GB" dirty="0"/>
              <a:t>Delete 50</a:t>
            </a:r>
            <a:endParaRPr lang="en-IN" dirty="0"/>
          </a:p>
        </p:txBody>
      </p:sp>
      <p:cxnSp>
        <p:nvCxnSpPr>
          <p:cNvPr id="4" name="Straight Arrow Connector 3"/>
          <p:cNvCxnSpPr>
            <a:stCxn id="7" idx="3"/>
          </p:cNvCxnSpPr>
          <p:nvPr/>
        </p:nvCxnSpPr>
        <p:spPr>
          <a:xfrm flipH="1">
            <a:off x="1480047" y="1071857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7" idx="5"/>
            <a:endCxn id="9" idx="1"/>
          </p:cNvCxnSpPr>
          <p:nvPr/>
        </p:nvCxnSpPr>
        <p:spPr>
          <a:xfrm>
            <a:off x="2609456" y="1071857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3683417" y="2405386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Flowchart: Connector 6"/>
          <p:cNvSpPr/>
          <p:nvPr/>
        </p:nvSpPr>
        <p:spPr>
          <a:xfrm>
            <a:off x="2093697" y="59572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8" name="Flowchart: Connector 7"/>
          <p:cNvSpPr/>
          <p:nvPr/>
        </p:nvSpPr>
        <p:spPr>
          <a:xfrm>
            <a:off x="1084982" y="192925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20</a:t>
            </a:r>
            <a:endParaRPr lang="en-IN" dirty="0"/>
          </a:p>
        </p:txBody>
      </p:sp>
      <p:sp>
        <p:nvSpPr>
          <p:cNvPr id="9" name="Flowchart: Connector 8"/>
          <p:cNvSpPr/>
          <p:nvPr/>
        </p:nvSpPr>
        <p:spPr>
          <a:xfrm>
            <a:off x="3229584" y="192925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sp>
        <p:nvSpPr>
          <p:cNvPr id="10" name="Flowchart: Connector 9"/>
          <p:cNvSpPr/>
          <p:nvPr/>
        </p:nvSpPr>
        <p:spPr>
          <a:xfrm>
            <a:off x="3907575" y="318215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11" name="Flowchart: Connector 10"/>
          <p:cNvSpPr/>
          <p:nvPr/>
        </p:nvSpPr>
        <p:spPr>
          <a:xfrm>
            <a:off x="2473414" y="318215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50</a:t>
            </a:r>
            <a:endParaRPr lang="en-IN" dirty="0"/>
          </a:p>
        </p:txBody>
      </p:sp>
      <p:cxnSp>
        <p:nvCxnSpPr>
          <p:cNvPr id="12" name="Straight Arrow Connector 11"/>
          <p:cNvCxnSpPr>
            <a:stCxn id="9" idx="3"/>
            <a:endCxn id="11" idx="0"/>
          </p:cNvCxnSpPr>
          <p:nvPr/>
        </p:nvCxnSpPr>
        <p:spPr>
          <a:xfrm flipH="1">
            <a:off x="2775539" y="2405386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Flowchart: Connector 12"/>
          <p:cNvSpPr/>
          <p:nvPr/>
        </p:nvSpPr>
        <p:spPr>
          <a:xfrm>
            <a:off x="3214006" y="470124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14" name="Straight Arrow Connector 13"/>
          <p:cNvCxnSpPr>
            <a:stCxn id="10" idx="3"/>
            <a:endCxn id="13" idx="0"/>
          </p:cNvCxnSpPr>
          <p:nvPr/>
        </p:nvCxnSpPr>
        <p:spPr>
          <a:xfrm flipH="1">
            <a:off x="3516131" y="3658292"/>
            <a:ext cx="479934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Flowchart: Connector 14"/>
          <p:cNvSpPr/>
          <p:nvPr/>
        </p:nvSpPr>
        <p:spPr>
          <a:xfrm>
            <a:off x="153281" y="314035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589132" y="2405386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Flowchart: Connector 16"/>
          <p:cNvSpPr/>
          <p:nvPr/>
        </p:nvSpPr>
        <p:spPr>
          <a:xfrm>
            <a:off x="1512356" y="316107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18" name="Straight Arrow Connector 17"/>
          <p:cNvCxnSpPr>
            <a:stCxn id="8" idx="5"/>
            <a:endCxn id="17" idx="0"/>
          </p:cNvCxnSpPr>
          <p:nvPr/>
        </p:nvCxnSpPr>
        <p:spPr>
          <a:xfrm>
            <a:off x="1600741" y="2405386"/>
            <a:ext cx="213740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Flowchart: Connector 18"/>
          <p:cNvSpPr/>
          <p:nvPr/>
        </p:nvSpPr>
        <p:spPr>
          <a:xfrm>
            <a:off x="4557945" y="470123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cxnSp>
        <p:nvCxnSpPr>
          <p:cNvPr id="20" name="Straight Arrow Connector 19"/>
          <p:cNvCxnSpPr>
            <a:stCxn id="10" idx="5"/>
          </p:cNvCxnSpPr>
          <p:nvPr/>
        </p:nvCxnSpPr>
        <p:spPr>
          <a:xfrm>
            <a:off x="4423334" y="3658292"/>
            <a:ext cx="327557" cy="1042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Flowchart: Connector 22"/>
          <p:cNvSpPr/>
          <p:nvPr/>
        </p:nvSpPr>
        <p:spPr>
          <a:xfrm>
            <a:off x="5046261" y="602309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99</a:t>
            </a:r>
            <a:endParaRPr lang="en-IN" dirty="0"/>
          </a:p>
        </p:txBody>
      </p:sp>
      <p:cxnSp>
        <p:nvCxnSpPr>
          <p:cNvPr id="24" name="Straight Arrow Connector 23"/>
          <p:cNvCxnSpPr>
            <a:endCxn id="23" idx="0"/>
          </p:cNvCxnSpPr>
          <p:nvPr/>
        </p:nvCxnSpPr>
        <p:spPr>
          <a:xfrm>
            <a:off x="4998415" y="5220790"/>
            <a:ext cx="349971" cy="8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9" idx="3"/>
          </p:cNvCxnSpPr>
          <p:nvPr/>
        </p:nvCxnSpPr>
        <p:spPr>
          <a:xfrm flipH="1">
            <a:off x="7744519" y="1071857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9" idx="5"/>
            <a:endCxn id="31" idx="1"/>
          </p:cNvCxnSpPr>
          <p:nvPr/>
        </p:nvCxnSpPr>
        <p:spPr>
          <a:xfrm>
            <a:off x="8873928" y="1071857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9947889" y="2405386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Flowchart: Connector 28"/>
          <p:cNvSpPr/>
          <p:nvPr/>
        </p:nvSpPr>
        <p:spPr>
          <a:xfrm>
            <a:off x="8358169" y="59572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30" name="Flowchart: Connector 29"/>
          <p:cNvSpPr/>
          <p:nvPr/>
        </p:nvSpPr>
        <p:spPr>
          <a:xfrm>
            <a:off x="7349454" y="192925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20</a:t>
            </a:r>
            <a:endParaRPr lang="en-IN" dirty="0"/>
          </a:p>
        </p:txBody>
      </p:sp>
      <p:sp>
        <p:nvSpPr>
          <p:cNvPr id="31" name="Flowchart: Connector 30"/>
          <p:cNvSpPr/>
          <p:nvPr/>
        </p:nvSpPr>
        <p:spPr>
          <a:xfrm>
            <a:off x="9494056" y="192925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sp>
        <p:nvSpPr>
          <p:cNvPr id="32" name="Flowchart: Connector 31"/>
          <p:cNvSpPr/>
          <p:nvPr/>
        </p:nvSpPr>
        <p:spPr>
          <a:xfrm>
            <a:off x="10172047" y="318215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33" name="Flowchart: Connector 32"/>
          <p:cNvSpPr/>
          <p:nvPr/>
        </p:nvSpPr>
        <p:spPr>
          <a:xfrm>
            <a:off x="8737886" y="3182156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4" name="Straight Arrow Connector 33"/>
          <p:cNvCxnSpPr>
            <a:stCxn id="31" idx="3"/>
            <a:endCxn id="33" idx="0"/>
          </p:cNvCxnSpPr>
          <p:nvPr/>
        </p:nvCxnSpPr>
        <p:spPr>
          <a:xfrm flipH="1">
            <a:off x="9040011" y="2405386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Flowchart: Connector 34"/>
          <p:cNvSpPr/>
          <p:nvPr/>
        </p:nvSpPr>
        <p:spPr>
          <a:xfrm>
            <a:off x="9478478" y="470124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36" name="Straight Arrow Connector 35"/>
          <p:cNvCxnSpPr>
            <a:stCxn id="32" idx="3"/>
            <a:endCxn id="35" idx="0"/>
          </p:cNvCxnSpPr>
          <p:nvPr/>
        </p:nvCxnSpPr>
        <p:spPr>
          <a:xfrm flipH="1">
            <a:off x="9780603" y="3658292"/>
            <a:ext cx="479934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Flowchart: Connector 36"/>
          <p:cNvSpPr/>
          <p:nvPr/>
        </p:nvSpPr>
        <p:spPr>
          <a:xfrm>
            <a:off x="6417753" y="314035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6853604" y="2405386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Flowchart: Connector 38"/>
          <p:cNvSpPr/>
          <p:nvPr/>
        </p:nvSpPr>
        <p:spPr>
          <a:xfrm>
            <a:off x="7776828" y="316107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40" name="Straight Arrow Connector 39"/>
          <p:cNvCxnSpPr>
            <a:stCxn id="30" idx="5"/>
            <a:endCxn id="39" idx="0"/>
          </p:cNvCxnSpPr>
          <p:nvPr/>
        </p:nvCxnSpPr>
        <p:spPr>
          <a:xfrm>
            <a:off x="7865213" y="2405386"/>
            <a:ext cx="213740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Flowchart: Connector 40"/>
          <p:cNvSpPr/>
          <p:nvPr/>
        </p:nvSpPr>
        <p:spPr>
          <a:xfrm>
            <a:off x="10822417" y="470123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cxnSp>
        <p:nvCxnSpPr>
          <p:cNvPr id="42" name="Straight Arrow Connector 41"/>
          <p:cNvCxnSpPr>
            <a:stCxn id="32" idx="5"/>
          </p:cNvCxnSpPr>
          <p:nvPr/>
        </p:nvCxnSpPr>
        <p:spPr>
          <a:xfrm>
            <a:off x="10687806" y="3658292"/>
            <a:ext cx="327557" cy="1042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Flowchart: Connector 42"/>
          <p:cNvSpPr/>
          <p:nvPr/>
        </p:nvSpPr>
        <p:spPr>
          <a:xfrm>
            <a:off x="11310733" y="602309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99</a:t>
            </a:r>
            <a:endParaRPr lang="en-IN" dirty="0"/>
          </a:p>
        </p:txBody>
      </p:sp>
      <p:cxnSp>
        <p:nvCxnSpPr>
          <p:cNvPr id="44" name="Straight Arrow Connector 43"/>
          <p:cNvCxnSpPr>
            <a:endCxn id="43" idx="0"/>
          </p:cNvCxnSpPr>
          <p:nvPr/>
        </p:nvCxnSpPr>
        <p:spPr>
          <a:xfrm>
            <a:off x="11262887" y="5220790"/>
            <a:ext cx="349971" cy="8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Flowchart: Connector 44"/>
          <p:cNvSpPr/>
          <p:nvPr/>
        </p:nvSpPr>
        <p:spPr>
          <a:xfrm>
            <a:off x="8819545" y="3252395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384173" y="2303326"/>
            <a:ext cx="20030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83273" y="1880593"/>
            <a:ext cx="1512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Acc. To BST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7" grpId="0" animBg="1"/>
      <p:bldP spid="39" grpId="0" animBg="1"/>
      <p:bldP spid="41" grpId="0" animBg="1"/>
      <p:bldP spid="43" grpId="0" animBg="1"/>
      <p:bldP spid="4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3832" y="0"/>
            <a:ext cx="3719412" cy="874636"/>
          </a:xfrm>
        </p:spPr>
        <p:txBody>
          <a:bodyPr/>
          <a:lstStyle/>
          <a:p>
            <a:r>
              <a:rPr lang="en-GB" dirty="0"/>
              <a:t>Delete 50</a:t>
            </a:r>
            <a:endParaRPr lang="en-IN" dirty="0"/>
          </a:p>
        </p:txBody>
      </p:sp>
      <p:cxnSp>
        <p:nvCxnSpPr>
          <p:cNvPr id="3" name="Straight Arrow Connector 2"/>
          <p:cNvCxnSpPr>
            <a:stCxn id="25" idx="3"/>
          </p:cNvCxnSpPr>
          <p:nvPr/>
        </p:nvCxnSpPr>
        <p:spPr>
          <a:xfrm flipH="1">
            <a:off x="1402712" y="1209508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25" idx="5"/>
            <a:endCxn id="47" idx="1"/>
          </p:cNvCxnSpPr>
          <p:nvPr/>
        </p:nvCxnSpPr>
        <p:spPr>
          <a:xfrm>
            <a:off x="2532121" y="1209508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606082" y="2543037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Connector 24"/>
          <p:cNvSpPr/>
          <p:nvPr/>
        </p:nvSpPr>
        <p:spPr>
          <a:xfrm>
            <a:off x="2016362" y="73337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46" name="Flowchart: Connector 45"/>
          <p:cNvSpPr/>
          <p:nvPr/>
        </p:nvSpPr>
        <p:spPr>
          <a:xfrm>
            <a:off x="1007647" y="206690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20</a:t>
            </a:r>
            <a:endParaRPr lang="en-IN" dirty="0"/>
          </a:p>
        </p:txBody>
      </p:sp>
      <p:sp>
        <p:nvSpPr>
          <p:cNvPr id="47" name="Flowchart: Connector 46"/>
          <p:cNvSpPr/>
          <p:nvPr/>
        </p:nvSpPr>
        <p:spPr>
          <a:xfrm>
            <a:off x="3152249" y="206690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sp>
        <p:nvSpPr>
          <p:cNvPr id="48" name="Flowchart: Connector 47"/>
          <p:cNvSpPr/>
          <p:nvPr/>
        </p:nvSpPr>
        <p:spPr>
          <a:xfrm>
            <a:off x="3830240" y="331980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49" name="Flowchart: Connector 48"/>
          <p:cNvSpPr/>
          <p:nvPr/>
        </p:nvSpPr>
        <p:spPr>
          <a:xfrm>
            <a:off x="2396079" y="3319807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0" name="Straight Arrow Connector 49"/>
          <p:cNvCxnSpPr>
            <a:stCxn id="47" idx="3"/>
            <a:endCxn id="49" idx="0"/>
          </p:cNvCxnSpPr>
          <p:nvPr/>
        </p:nvCxnSpPr>
        <p:spPr>
          <a:xfrm flipH="1">
            <a:off x="2698204" y="2543037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Flowchart: Connector 50"/>
          <p:cNvSpPr/>
          <p:nvPr/>
        </p:nvSpPr>
        <p:spPr>
          <a:xfrm>
            <a:off x="3136671" y="483889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52" name="Straight Arrow Connector 51"/>
          <p:cNvCxnSpPr>
            <a:stCxn id="48" idx="3"/>
            <a:endCxn id="51" idx="0"/>
          </p:cNvCxnSpPr>
          <p:nvPr/>
        </p:nvCxnSpPr>
        <p:spPr>
          <a:xfrm flipH="1">
            <a:off x="3438796" y="3795943"/>
            <a:ext cx="479934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Flowchart: Connector 52"/>
          <p:cNvSpPr/>
          <p:nvPr/>
        </p:nvSpPr>
        <p:spPr>
          <a:xfrm>
            <a:off x="75946" y="327800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511797" y="2543037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Flowchart: Connector 54"/>
          <p:cNvSpPr/>
          <p:nvPr/>
        </p:nvSpPr>
        <p:spPr>
          <a:xfrm>
            <a:off x="1435021" y="329872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56" name="Straight Arrow Connector 55"/>
          <p:cNvCxnSpPr>
            <a:stCxn id="46" idx="5"/>
            <a:endCxn id="55" idx="0"/>
          </p:cNvCxnSpPr>
          <p:nvPr/>
        </p:nvCxnSpPr>
        <p:spPr>
          <a:xfrm>
            <a:off x="1523406" y="2543037"/>
            <a:ext cx="213740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Flowchart: Connector 56"/>
          <p:cNvSpPr/>
          <p:nvPr/>
        </p:nvSpPr>
        <p:spPr>
          <a:xfrm>
            <a:off x="4480610" y="483888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cxnSp>
        <p:nvCxnSpPr>
          <p:cNvPr id="58" name="Straight Arrow Connector 57"/>
          <p:cNvCxnSpPr>
            <a:stCxn id="48" idx="5"/>
          </p:cNvCxnSpPr>
          <p:nvPr/>
        </p:nvCxnSpPr>
        <p:spPr>
          <a:xfrm>
            <a:off x="4345999" y="3795943"/>
            <a:ext cx="327557" cy="1042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Flowchart: Connector 58"/>
          <p:cNvSpPr/>
          <p:nvPr/>
        </p:nvSpPr>
        <p:spPr>
          <a:xfrm>
            <a:off x="4968926" y="616074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99</a:t>
            </a:r>
            <a:endParaRPr lang="en-IN" dirty="0"/>
          </a:p>
        </p:txBody>
      </p:sp>
      <p:cxnSp>
        <p:nvCxnSpPr>
          <p:cNvPr id="60" name="Straight Arrow Connector 59"/>
          <p:cNvCxnSpPr>
            <a:endCxn id="59" idx="0"/>
          </p:cNvCxnSpPr>
          <p:nvPr/>
        </p:nvCxnSpPr>
        <p:spPr>
          <a:xfrm>
            <a:off x="4921080" y="5358441"/>
            <a:ext cx="349971" cy="8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Flowchart: Connector 60"/>
          <p:cNvSpPr/>
          <p:nvPr/>
        </p:nvSpPr>
        <p:spPr>
          <a:xfrm>
            <a:off x="2477738" y="3390046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4304338" y="2868308"/>
            <a:ext cx="16835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655842" y="2475884"/>
            <a:ext cx="130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Case 4</a:t>
            </a:r>
            <a:endParaRPr lang="en-IN" dirty="0"/>
          </a:p>
        </p:txBody>
      </p:sp>
      <p:sp>
        <p:nvSpPr>
          <p:cNvPr id="65" name="TextBox 64"/>
          <p:cNvSpPr txBox="1"/>
          <p:nvPr/>
        </p:nvSpPr>
        <p:spPr>
          <a:xfrm>
            <a:off x="4509777" y="2847245"/>
            <a:ext cx="1421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SWAP </a:t>
            </a:r>
            <a:r>
              <a:rPr lang="en-GB" dirty="0" err="1"/>
              <a:t>color</a:t>
            </a:r>
            <a:endParaRPr lang="en-IN" dirty="0"/>
          </a:p>
        </p:txBody>
      </p:sp>
      <p:cxnSp>
        <p:nvCxnSpPr>
          <p:cNvPr id="86" name="Straight Arrow Connector 85"/>
          <p:cNvCxnSpPr>
            <a:stCxn id="89" idx="3"/>
          </p:cNvCxnSpPr>
          <p:nvPr/>
        </p:nvCxnSpPr>
        <p:spPr>
          <a:xfrm flipH="1">
            <a:off x="7679284" y="1209508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89" idx="5"/>
            <a:endCxn id="91" idx="1"/>
          </p:cNvCxnSpPr>
          <p:nvPr/>
        </p:nvCxnSpPr>
        <p:spPr>
          <a:xfrm>
            <a:off x="8808693" y="1209508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9882654" y="2543037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Flowchart: Connector 88"/>
          <p:cNvSpPr/>
          <p:nvPr/>
        </p:nvSpPr>
        <p:spPr>
          <a:xfrm>
            <a:off x="8292934" y="73337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90" name="Flowchart: Connector 89"/>
          <p:cNvSpPr/>
          <p:nvPr/>
        </p:nvSpPr>
        <p:spPr>
          <a:xfrm>
            <a:off x="7284219" y="206690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20</a:t>
            </a:r>
            <a:endParaRPr lang="en-IN" dirty="0"/>
          </a:p>
        </p:txBody>
      </p:sp>
      <p:sp>
        <p:nvSpPr>
          <p:cNvPr id="91" name="Flowchart: Connector 90"/>
          <p:cNvSpPr/>
          <p:nvPr/>
        </p:nvSpPr>
        <p:spPr>
          <a:xfrm>
            <a:off x="9428821" y="2066902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sp>
        <p:nvSpPr>
          <p:cNvPr id="92" name="Flowchart: Connector 91"/>
          <p:cNvSpPr/>
          <p:nvPr/>
        </p:nvSpPr>
        <p:spPr>
          <a:xfrm>
            <a:off x="10106812" y="331980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93" name="Flowchart: Connector 92"/>
          <p:cNvSpPr/>
          <p:nvPr/>
        </p:nvSpPr>
        <p:spPr>
          <a:xfrm>
            <a:off x="8672651" y="3319807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94" name="Straight Arrow Connector 93"/>
          <p:cNvCxnSpPr>
            <a:stCxn id="91" idx="3"/>
            <a:endCxn id="93" idx="0"/>
          </p:cNvCxnSpPr>
          <p:nvPr/>
        </p:nvCxnSpPr>
        <p:spPr>
          <a:xfrm flipH="1">
            <a:off x="8974776" y="2543037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Flowchart: Connector 94"/>
          <p:cNvSpPr/>
          <p:nvPr/>
        </p:nvSpPr>
        <p:spPr>
          <a:xfrm>
            <a:off x="9413243" y="483889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96" name="Straight Arrow Connector 95"/>
          <p:cNvCxnSpPr>
            <a:stCxn id="92" idx="3"/>
            <a:endCxn id="95" idx="0"/>
          </p:cNvCxnSpPr>
          <p:nvPr/>
        </p:nvCxnSpPr>
        <p:spPr>
          <a:xfrm flipH="1">
            <a:off x="9715368" y="3795943"/>
            <a:ext cx="479934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Flowchart: Connector 96"/>
          <p:cNvSpPr/>
          <p:nvPr/>
        </p:nvSpPr>
        <p:spPr>
          <a:xfrm>
            <a:off x="6352518" y="327800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98" name="Straight Arrow Connector 97"/>
          <p:cNvCxnSpPr/>
          <p:nvPr/>
        </p:nvCxnSpPr>
        <p:spPr>
          <a:xfrm flipH="1">
            <a:off x="6788369" y="2543037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Flowchart: Connector 98"/>
          <p:cNvSpPr/>
          <p:nvPr/>
        </p:nvSpPr>
        <p:spPr>
          <a:xfrm>
            <a:off x="7711593" y="329872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100" name="Straight Arrow Connector 99"/>
          <p:cNvCxnSpPr>
            <a:stCxn id="90" idx="5"/>
            <a:endCxn id="99" idx="0"/>
          </p:cNvCxnSpPr>
          <p:nvPr/>
        </p:nvCxnSpPr>
        <p:spPr>
          <a:xfrm>
            <a:off x="7799978" y="2543037"/>
            <a:ext cx="213740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Flowchart: Connector 100"/>
          <p:cNvSpPr/>
          <p:nvPr/>
        </p:nvSpPr>
        <p:spPr>
          <a:xfrm>
            <a:off x="10757182" y="483888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cxnSp>
        <p:nvCxnSpPr>
          <p:cNvPr id="102" name="Straight Arrow Connector 101"/>
          <p:cNvCxnSpPr>
            <a:stCxn id="92" idx="5"/>
          </p:cNvCxnSpPr>
          <p:nvPr/>
        </p:nvCxnSpPr>
        <p:spPr>
          <a:xfrm>
            <a:off x="10622571" y="3795943"/>
            <a:ext cx="327557" cy="1042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Flowchart: Connector 102"/>
          <p:cNvSpPr/>
          <p:nvPr/>
        </p:nvSpPr>
        <p:spPr>
          <a:xfrm>
            <a:off x="11245498" y="616074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99</a:t>
            </a:r>
            <a:endParaRPr lang="en-IN" dirty="0"/>
          </a:p>
        </p:txBody>
      </p:sp>
      <p:cxnSp>
        <p:nvCxnSpPr>
          <p:cNvPr id="104" name="Straight Arrow Connector 103"/>
          <p:cNvCxnSpPr>
            <a:endCxn id="103" idx="0"/>
          </p:cNvCxnSpPr>
          <p:nvPr/>
        </p:nvCxnSpPr>
        <p:spPr>
          <a:xfrm>
            <a:off x="11197652" y="5358441"/>
            <a:ext cx="349971" cy="8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Flowchart: Connector 104"/>
          <p:cNvSpPr/>
          <p:nvPr/>
        </p:nvSpPr>
        <p:spPr>
          <a:xfrm>
            <a:off x="8754310" y="3390046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5" grpId="0" animBg="1"/>
      <p:bldP spid="97" grpId="0" animBg="1"/>
      <p:bldP spid="99" grpId="0" animBg="1"/>
      <p:bldP spid="101" grpId="0" animBg="1"/>
      <p:bldP spid="103" grpId="0" animBg="1"/>
      <p:bldP spid="10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>
            <a:stCxn id="7" idx="3"/>
          </p:cNvCxnSpPr>
          <p:nvPr/>
        </p:nvCxnSpPr>
        <p:spPr>
          <a:xfrm flipH="1">
            <a:off x="1416135" y="1268501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7" idx="5"/>
            <a:endCxn id="9" idx="1"/>
          </p:cNvCxnSpPr>
          <p:nvPr/>
        </p:nvCxnSpPr>
        <p:spPr>
          <a:xfrm>
            <a:off x="2545544" y="1268501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3619505" y="2602030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Flowchart: Connector 6"/>
          <p:cNvSpPr/>
          <p:nvPr/>
        </p:nvSpPr>
        <p:spPr>
          <a:xfrm>
            <a:off x="2029785" y="79236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8" name="Flowchart: Connector 7"/>
          <p:cNvSpPr/>
          <p:nvPr/>
        </p:nvSpPr>
        <p:spPr>
          <a:xfrm>
            <a:off x="1021070" y="212589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20</a:t>
            </a:r>
            <a:endParaRPr lang="en-IN" dirty="0"/>
          </a:p>
        </p:txBody>
      </p:sp>
      <p:sp>
        <p:nvSpPr>
          <p:cNvPr id="9" name="Flowchart: Connector 8"/>
          <p:cNvSpPr/>
          <p:nvPr/>
        </p:nvSpPr>
        <p:spPr>
          <a:xfrm>
            <a:off x="3165672" y="212589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sp>
        <p:nvSpPr>
          <p:cNvPr id="10" name="Flowchart: Connector 9"/>
          <p:cNvSpPr/>
          <p:nvPr/>
        </p:nvSpPr>
        <p:spPr>
          <a:xfrm>
            <a:off x="3843663" y="337880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11" name="Flowchart: Connector 10"/>
          <p:cNvSpPr/>
          <p:nvPr/>
        </p:nvSpPr>
        <p:spPr>
          <a:xfrm>
            <a:off x="2409502" y="3378800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2" name="Straight Arrow Connector 11"/>
          <p:cNvCxnSpPr>
            <a:stCxn id="9" idx="3"/>
            <a:endCxn id="11" idx="0"/>
          </p:cNvCxnSpPr>
          <p:nvPr/>
        </p:nvCxnSpPr>
        <p:spPr>
          <a:xfrm flipH="1">
            <a:off x="2711627" y="2602030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Flowchart: Connector 12"/>
          <p:cNvSpPr/>
          <p:nvPr/>
        </p:nvSpPr>
        <p:spPr>
          <a:xfrm>
            <a:off x="3150094" y="489788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14" name="Straight Arrow Connector 13"/>
          <p:cNvCxnSpPr>
            <a:stCxn id="10" idx="3"/>
            <a:endCxn id="13" idx="0"/>
          </p:cNvCxnSpPr>
          <p:nvPr/>
        </p:nvCxnSpPr>
        <p:spPr>
          <a:xfrm flipH="1">
            <a:off x="3452219" y="3854936"/>
            <a:ext cx="479934" cy="10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Flowchart: Connector 14"/>
          <p:cNvSpPr/>
          <p:nvPr/>
        </p:nvSpPr>
        <p:spPr>
          <a:xfrm>
            <a:off x="89369" y="333699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525220" y="2602030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Flowchart: Connector 16"/>
          <p:cNvSpPr/>
          <p:nvPr/>
        </p:nvSpPr>
        <p:spPr>
          <a:xfrm>
            <a:off x="1448444" y="335771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18" name="Straight Arrow Connector 17"/>
          <p:cNvCxnSpPr>
            <a:stCxn id="8" idx="5"/>
            <a:endCxn id="17" idx="0"/>
          </p:cNvCxnSpPr>
          <p:nvPr/>
        </p:nvCxnSpPr>
        <p:spPr>
          <a:xfrm>
            <a:off x="1536829" y="2602030"/>
            <a:ext cx="213740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Flowchart: Connector 18"/>
          <p:cNvSpPr/>
          <p:nvPr/>
        </p:nvSpPr>
        <p:spPr>
          <a:xfrm>
            <a:off x="4494033" y="489788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cxnSp>
        <p:nvCxnSpPr>
          <p:cNvPr id="20" name="Straight Arrow Connector 19"/>
          <p:cNvCxnSpPr>
            <a:stCxn id="10" idx="5"/>
          </p:cNvCxnSpPr>
          <p:nvPr/>
        </p:nvCxnSpPr>
        <p:spPr>
          <a:xfrm>
            <a:off x="4359422" y="3854936"/>
            <a:ext cx="327557" cy="1042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Flowchart: Connector 20"/>
          <p:cNvSpPr/>
          <p:nvPr/>
        </p:nvSpPr>
        <p:spPr>
          <a:xfrm>
            <a:off x="4982349" y="621974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99</a:t>
            </a:r>
            <a:endParaRPr lang="en-IN" dirty="0"/>
          </a:p>
        </p:txBody>
      </p:sp>
      <p:cxnSp>
        <p:nvCxnSpPr>
          <p:cNvPr id="22" name="Straight Arrow Connector 21"/>
          <p:cNvCxnSpPr>
            <a:endCxn id="21" idx="0"/>
          </p:cNvCxnSpPr>
          <p:nvPr/>
        </p:nvCxnSpPr>
        <p:spPr>
          <a:xfrm>
            <a:off x="4934503" y="5417434"/>
            <a:ext cx="349971" cy="8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Flowchart: Connector 22"/>
          <p:cNvSpPr/>
          <p:nvPr/>
        </p:nvSpPr>
        <p:spPr>
          <a:xfrm>
            <a:off x="2491161" y="3449039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  <p:cxnSp>
        <p:nvCxnSpPr>
          <p:cNvPr id="49" name="Straight Arrow Connector 48"/>
          <p:cNvCxnSpPr>
            <a:stCxn id="52" idx="3"/>
          </p:cNvCxnSpPr>
          <p:nvPr/>
        </p:nvCxnSpPr>
        <p:spPr>
          <a:xfrm flipH="1">
            <a:off x="7922937" y="1268501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52" idx="5"/>
            <a:endCxn id="54" idx="1"/>
          </p:cNvCxnSpPr>
          <p:nvPr/>
        </p:nvCxnSpPr>
        <p:spPr>
          <a:xfrm>
            <a:off x="9052346" y="1268501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10126307" y="2602030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Flowchart: Connector 51"/>
          <p:cNvSpPr/>
          <p:nvPr/>
        </p:nvSpPr>
        <p:spPr>
          <a:xfrm>
            <a:off x="8536587" y="79236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53" name="Flowchart: Connector 52"/>
          <p:cNvSpPr/>
          <p:nvPr/>
        </p:nvSpPr>
        <p:spPr>
          <a:xfrm>
            <a:off x="7527872" y="212589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20</a:t>
            </a:r>
            <a:endParaRPr lang="en-IN" dirty="0"/>
          </a:p>
        </p:txBody>
      </p:sp>
      <p:sp>
        <p:nvSpPr>
          <p:cNvPr id="54" name="Flowchart: Connector 53"/>
          <p:cNvSpPr/>
          <p:nvPr/>
        </p:nvSpPr>
        <p:spPr>
          <a:xfrm>
            <a:off x="9672474" y="212589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56" name="Flowchart: Connector 55"/>
          <p:cNvSpPr/>
          <p:nvPr/>
        </p:nvSpPr>
        <p:spPr>
          <a:xfrm>
            <a:off x="8314708" y="4732106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7" name="Straight Arrow Connector 56"/>
          <p:cNvCxnSpPr/>
          <p:nvPr/>
        </p:nvCxnSpPr>
        <p:spPr>
          <a:xfrm flipH="1">
            <a:off x="9255189" y="2579306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Flowchart: Connector 57"/>
          <p:cNvSpPr/>
          <p:nvPr/>
        </p:nvSpPr>
        <p:spPr>
          <a:xfrm>
            <a:off x="9560883" y="471021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59" name="Straight Arrow Connector 58"/>
          <p:cNvCxnSpPr>
            <a:endCxn id="56" idx="0"/>
          </p:cNvCxnSpPr>
          <p:nvPr/>
        </p:nvCxnSpPr>
        <p:spPr>
          <a:xfrm flipH="1">
            <a:off x="8616833" y="3834032"/>
            <a:ext cx="492028" cy="898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Flowchart: Connector 59"/>
          <p:cNvSpPr/>
          <p:nvPr/>
        </p:nvSpPr>
        <p:spPr>
          <a:xfrm>
            <a:off x="6596171" y="333699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61" name="Straight Arrow Connector 60"/>
          <p:cNvCxnSpPr/>
          <p:nvPr/>
        </p:nvCxnSpPr>
        <p:spPr>
          <a:xfrm flipH="1">
            <a:off x="7032022" y="2602030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Flowchart: Connector 61"/>
          <p:cNvSpPr/>
          <p:nvPr/>
        </p:nvSpPr>
        <p:spPr>
          <a:xfrm>
            <a:off x="7955246" y="335771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63" name="Straight Arrow Connector 62"/>
          <p:cNvCxnSpPr>
            <a:stCxn id="53" idx="5"/>
            <a:endCxn id="62" idx="0"/>
          </p:cNvCxnSpPr>
          <p:nvPr/>
        </p:nvCxnSpPr>
        <p:spPr>
          <a:xfrm>
            <a:off x="8043631" y="2602030"/>
            <a:ext cx="213740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Flowchart: Connector 63"/>
          <p:cNvSpPr/>
          <p:nvPr/>
        </p:nvSpPr>
        <p:spPr>
          <a:xfrm>
            <a:off x="10420597" y="334281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sp>
        <p:nvSpPr>
          <p:cNvPr id="66" name="Flowchart: Connector 65"/>
          <p:cNvSpPr/>
          <p:nvPr/>
        </p:nvSpPr>
        <p:spPr>
          <a:xfrm>
            <a:off x="10908913" y="466467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99</a:t>
            </a:r>
            <a:endParaRPr lang="en-IN" dirty="0"/>
          </a:p>
        </p:txBody>
      </p:sp>
      <p:cxnSp>
        <p:nvCxnSpPr>
          <p:cNvPr id="67" name="Straight Arrow Connector 66"/>
          <p:cNvCxnSpPr>
            <a:endCxn id="66" idx="0"/>
          </p:cNvCxnSpPr>
          <p:nvPr/>
        </p:nvCxnSpPr>
        <p:spPr>
          <a:xfrm>
            <a:off x="10861067" y="3862363"/>
            <a:ext cx="349971" cy="8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Flowchart: Connector 67"/>
          <p:cNvSpPr/>
          <p:nvPr/>
        </p:nvSpPr>
        <p:spPr>
          <a:xfrm>
            <a:off x="8396367" y="4802345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  <p:sp>
        <p:nvSpPr>
          <p:cNvPr id="70" name="Flowchart: Connector 69"/>
          <p:cNvSpPr/>
          <p:nvPr/>
        </p:nvSpPr>
        <p:spPr>
          <a:xfrm>
            <a:off x="8955547" y="336790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73" name="Straight Arrow Connector 72"/>
          <p:cNvCxnSpPr>
            <a:endCxn id="58" idx="0"/>
          </p:cNvCxnSpPr>
          <p:nvPr/>
        </p:nvCxnSpPr>
        <p:spPr>
          <a:xfrm>
            <a:off x="9398043" y="3894823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V="1">
            <a:off x="4421055" y="2959961"/>
            <a:ext cx="2142082" cy="77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4477215" y="2360556"/>
            <a:ext cx="2028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Rotate the parent in DB’s direction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52" grpId="0" animBg="1"/>
      <p:bldP spid="53" grpId="0" animBg="1"/>
      <p:bldP spid="54" grpId="0" animBg="1"/>
      <p:bldP spid="56" grpId="0" animBg="1"/>
      <p:bldP spid="58" grpId="0" animBg="1"/>
      <p:bldP spid="60" grpId="0" animBg="1"/>
      <p:bldP spid="62" grpId="0" animBg="1"/>
      <p:bldP spid="64" grpId="0" animBg="1"/>
      <p:bldP spid="66" grpId="0" animBg="1"/>
      <p:bldP spid="68" grpId="0" animBg="1"/>
      <p:bldP spid="7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Arrow Connector 48"/>
          <p:cNvCxnSpPr>
            <a:stCxn id="52" idx="3"/>
          </p:cNvCxnSpPr>
          <p:nvPr/>
        </p:nvCxnSpPr>
        <p:spPr>
          <a:xfrm flipH="1">
            <a:off x="1502472" y="1366823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52" idx="5"/>
            <a:endCxn id="54" idx="1"/>
          </p:cNvCxnSpPr>
          <p:nvPr/>
        </p:nvCxnSpPr>
        <p:spPr>
          <a:xfrm>
            <a:off x="2631881" y="1366823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3705842" y="2700352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Flowchart: Connector 51"/>
          <p:cNvSpPr/>
          <p:nvPr/>
        </p:nvSpPr>
        <p:spPr>
          <a:xfrm>
            <a:off x="2116122" y="89068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53" name="Flowchart: Connector 52"/>
          <p:cNvSpPr/>
          <p:nvPr/>
        </p:nvSpPr>
        <p:spPr>
          <a:xfrm>
            <a:off x="1107407" y="222421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20</a:t>
            </a:r>
            <a:endParaRPr lang="en-IN" dirty="0"/>
          </a:p>
        </p:txBody>
      </p:sp>
      <p:sp>
        <p:nvSpPr>
          <p:cNvPr id="54" name="Flowchart: Connector 53"/>
          <p:cNvSpPr/>
          <p:nvPr/>
        </p:nvSpPr>
        <p:spPr>
          <a:xfrm>
            <a:off x="3252009" y="222421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56" name="Flowchart: Connector 55"/>
          <p:cNvSpPr/>
          <p:nvPr/>
        </p:nvSpPr>
        <p:spPr>
          <a:xfrm>
            <a:off x="1894243" y="4830428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7" name="Straight Arrow Connector 56"/>
          <p:cNvCxnSpPr/>
          <p:nvPr/>
        </p:nvCxnSpPr>
        <p:spPr>
          <a:xfrm flipH="1">
            <a:off x="2834724" y="2677628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Flowchart: Connector 57"/>
          <p:cNvSpPr/>
          <p:nvPr/>
        </p:nvSpPr>
        <p:spPr>
          <a:xfrm>
            <a:off x="3140418" y="480853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59" name="Straight Arrow Connector 58"/>
          <p:cNvCxnSpPr>
            <a:endCxn id="56" idx="0"/>
          </p:cNvCxnSpPr>
          <p:nvPr/>
        </p:nvCxnSpPr>
        <p:spPr>
          <a:xfrm flipH="1">
            <a:off x="2196368" y="3932354"/>
            <a:ext cx="492028" cy="898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Flowchart: Connector 59"/>
          <p:cNvSpPr/>
          <p:nvPr/>
        </p:nvSpPr>
        <p:spPr>
          <a:xfrm>
            <a:off x="175706" y="343531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61" name="Straight Arrow Connector 60"/>
          <p:cNvCxnSpPr/>
          <p:nvPr/>
        </p:nvCxnSpPr>
        <p:spPr>
          <a:xfrm flipH="1">
            <a:off x="611557" y="2700352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Flowchart: Connector 61"/>
          <p:cNvSpPr/>
          <p:nvPr/>
        </p:nvSpPr>
        <p:spPr>
          <a:xfrm>
            <a:off x="1534781" y="345604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63" name="Straight Arrow Connector 62"/>
          <p:cNvCxnSpPr>
            <a:stCxn id="53" idx="5"/>
            <a:endCxn id="62" idx="0"/>
          </p:cNvCxnSpPr>
          <p:nvPr/>
        </p:nvCxnSpPr>
        <p:spPr>
          <a:xfrm>
            <a:off x="1623166" y="2700352"/>
            <a:ext cx="213740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Flowchart: Connector 63"/>
          <p:cNvSpPr/>
          <p:nvPr/>
        </p:nvSpPr>
        <p:spPr>
          <a:xfrm>
            <a:off x="4000132" y="344113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sp>
        <p:nvSpPr>
          <p:cNvPr id="66" name="Flowchart: Connector 65"/>
          <p:cNvSpPr/>
          <p:nvPr/>
        </p:nvSpPr>
        <p:spPr>
          <a:xfrm>
            <a:off x="4488448" y="4762992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99</a:t>
            </a:r>
            <a:endParaRPr lang="en-IN" dirty="0"/>
          </a:p>
        </p:txBody>
      </p:sp>
      <p:cxnSp>
        <p:nvCxnSpPr>
          <p:cNvPr id="67" name="Straight Arrow Connector 66"/>
          <p:cNvCxnSpPr>
            <a:endCxn id="66" idx="0"/>
          </p:cNvCxnSpPr>
          <p:nvPr/>
        </p:nvCxnSpPr>
        <p:spPr>
          <a:xfrm>
            <a:off x="4440602" y="3960685"/>
            <a:ext cx="349971" cy="8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Flowchart: Connector 67"/>
          <p:cNvSpPr/>
          <p:nvPr/>
        </p:nvSpPr>
        <p:spPr>
          <a:xfrm>
            <a:off x="1975902" y="4900667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  <p:sp>
        <p:nvSpPr>
          <p:cNvPr id="70" name="Flowchart: Connector 69"/>
          <p:cNvSpPr/>
          <p:nvPr/>
        </p:nvSpPr>
        <p:spPr>
          <a:xfrm>
            <a:off x="2535082" y="346623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73" name="Straight Arrow Connector 72"/>
          <p:cNvCxnSpPr>
            <a:endCxn id="58" idx="0"/>
          </p:cNvCxnSpPr>
          <p:nvPr/>
        </p:nvCxnSpPr>
        <p:spPr>
          <a:xfrm>
            <a:off x="2977578" y="3993145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Straight Arrow Connector 1"/>
          <p:cNvCxnSpPr>
            <a:stCxn id="25" idx="3"/>
          </p:cNvCxnSpPr>
          <p:nvPr/>
        </p:nvCxnSpPr>
        <p:spPr>
          <a:xfrm flipH="1">
            <a:off x="7907381" y="1373136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25" idx="5"/>
            <a:endCxn id="27" idx="1"/>
          </p:cNvCxnSpPr>
          <p:nvPr/>
        </p:nvCxnSpPr>
        <p:spPr>
          <a:xfrm>
            <a:off x="9036790" y="1373136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0110751" y="2706665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Connector 24"/>
          <p:cNvSpPr/>
          <p:nvPr/>
        </p:nvSpPr>
        <p:spPr>
          <a:xfrm>
            <a:off x="8521031" y="89700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26" name="Flowchart: Connector 25"/>
          <p:cNvSpPr/>
          <p:nvPr/>
        </p:nvSpPr>
        <p:spPr>
          <a:xfrm>
            <a:off x="7512316" y="223053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20</a:t>
            </a:r>
            <a:endParaRPr lang="en-IN" dirty="0"/>
          </a:p>
        </p:txBody>
      </p:sp>
      <p:sp>
        <p:nvSpPr>
          <p:cNvPr id="27" name="Flowchart: Connector 26"/>
          <p:cNvSpPr/>
          <p:nvPr/>
        </p:nvSpPr>
        <p:spPr>
          <a:xfrm>
            <a:off x="9656918" y="223053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9239633" y="2683941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Flowchart: Connector 29"/>
          <p:cNvSpPr/>
          <p:nvPr/>
        </p:nvSpPr>
        <p:spPr>
          <a:xfrm>
            <a:off x="9545327" y="481484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32" name="Flowchart: Connector 31"/>
          <p:cNvSpPr/>
          <p:nvPr/>
        </p:nvSpPr>
        <p:spPr>
          <a:xfrm>
            <a:off x="6580615" y="344163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7016466" y="2706665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Flowchart: Connector 33"/>
          <p:cNvSpPr/>
          <p:nvPr/>
        </p:nvSpPr>
        <p:spPr>
          <a:xfrm>
            <a:off x="7939690" y="346235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35" name="Straight Arrow Connector 34"/>
          <p:cNvCxnSpPr>
            <a:stCxn id="26" idx="5"/>
            <a:endCxn id="34" idx="0"/>
          </p:cNvCxnSpPr>
          <p:nvPr/>
        </p:nvCxnSpPr>
        <p:spPr>
          <a:xfrm>
            <a:off x="8028075" y="2706665"/>
            <a:ext cx="213740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Flowchart: Connector 35"/>
          <p:cNvSpPr/>
          <p:nvPr/>
        </p:nvSpPr>
        <p:spPr>
          <a:xfrm>
            <a:off x="10405041" y="344744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sp>
        <p:nvSpPr>
          <p:cNvPr id="37" name="Flowchart: Connector 36"/>
          <p:cNvSpPr/>
          <p:nvPr/>
        </p:nvSpPr>
        <p:spPr>
          <a:xfrm>
            <a:off x="10893357" y="476930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99</a:t>
            </a:r>
            <a:endParaRPr lang="en-IN" dirty="0"/>
          </a:p>
        </p:txBody>
      </p:sp>
      <p:cxnSp>
        <p:nvCxnSpPr>
          <p:cNvPr id="38" name="Straight Arrow Connector 37"/>
          <p:cNvCxnSpPr>
            <a:endCxn id="37" idx="0"/>
          </p:cNvCxnSpPr>
          <p:nvPr/>
        </p:nvCxnSpPr>
        <p:spPr>
          <a:xfrm>
            <a:off x="10845511" y="3966998"/>
            <a:ext cx="349971" cy="8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Flowchart: Connector 39"/>
          <p:cNvSpPr/>
          <p:nvPr/>
        </p:nvSpPr>
        <p:spPr>
          <a:xfrm>
            <a:off x="8939991" y="347254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41" name="Straight Arrow Connector 40"/>
          <p:cNvCxnSpPr>
            <a:endCxn id="30" idx="0"/>
          </p:cNvCxnSpPr>
          <p:nvPr/>
        </p:nvCxnSpPr>
        <p:spPr>
          <a:xfrm>
            <a:off x="9382487" y="3999458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4422769" y="2427772"/>
            <a:ext cx="23873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126056" y="2039551"/>
            <a:ext cx="1340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Case 3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25" grpId="0" animBg="1"/>
      <p:bldP spid="26" grpId="0" animBg="1"/>
      <p:bldP spid="27" grpId="0" animBg="1"/>
      <p:bldP spid="30" grpId="0" animBg="1"/>
      <p:bldP spid="32" grpId="0" animBg="1"/>
      <p:bldP spid="34" grpId="0" animBg="1"/>
      <p:bldP spid="36" grpId="0" animBg="1"/>
      <p:bldP spid="37" grpId="0" animBg="1"/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/>
          <p:cNvCxnSpPr>
            <a:stCxn id="25" idx="3"/>
          </p:cNvCxnSpPr>
          <p:nvPr/>
        </p:nvCxnSpPr>
        <p:spPr>
          <a:xfrm flipH="1">
            <a:off x="1447588" y="1599277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25" idx="5"/>
            <a:endCxn id="27" idx="1"/>
          </p:cNvCxnSpPr>
          <p:nvPr/>
        </p:nvCxnSpPr>
        <p:spPr>
          <a:xfrm>
            <a:off x="2576997" y="1599277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650958" y="2932806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Connector 24"/>
          <p:cNvSpPr/>
          <p:nvPr/>
        </p:nvSpPr>
        <p:spPr>
          <a:xfrm>
            <a:off x="2061238" y="112314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26" name="Flowchart: Connector 25"/>
          <p:cNvSpPr/>
          <p:nvPr/>
        </p:nvSpPr>
        <p:spPr>
          <a:xfrm>
            <a:off x="1052523" y="245667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20</a:t>
            </a:r>
            <a:endParaRPr lang="en-IN" dirty="0"/>
          </a:p>
        </p:txBody>
      </p:sp>
      <p:sp>
        <p:nvSpPr>
          <p:cNvPr id="27" name="Flowchart: Connector 26"/>
          <p:cNvSpPr/>
          <p:nvPr/>
        </p:nvSpPr>
        <p:spPr>
          <a:xfrm>
            <a:off x="3197125" y="245667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2779840" y="2910082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Flowchart: Connector 29"/>
          <p:cNvSpPr/>
          <p:nvPr/>
        </p:nvSpPr>
        <p:spPr>
          <a:xfrm>
            <a:off x="3085534" y="504098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32" name="Flowchart: Connector 31"/>
          <p:cNvSpPr/>
          <p:nvPr/>
        </p:nvSpPr>
        <p:spPr>
          <a:xfrm>
            <a:off x="120822" y="366777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556673" y="2932806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Flowchart: Connector 33"/>
          <p:cNvSpPr/>
          <p:nvPr/>
        </p:nvSpPr>
        <p:spPr>
          <a:xfrm>
            <a:off x="1479897" y="368849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35" name="Straight Arrow Connector 34"/>
          <p:cNvCxnSpPr>
            <a:stCxn id="26" idx="5"/>
            <a:endCxn id="34" idx="0"/>
          </p:cNvCxnSpPr>
          <p:nvPr/>
        </p:nvCxnSpPr>
        <p:spPr>
          <a:xfrm>
            <a:off x="1568282" y="2932806"/>
            <a:ext cx="213740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Flowchart: Connector 35"/>
          <p:cNvSpPr/>
          <p:nvPr/>
        </p:nvSpPr>
        <p:spPr>
          <a:xfrm>
            <a:off x="3945248" y="367358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sp>
        <p:nvSpPr>
          <p:cNvPr id="37" name="Flowchart: Connector 36"/>
          <p:cNvSpPr/>
          <p:nvPr/>
        </p:nvSpPr>
        <p:spPr>
          <a:xfrm>
            <a:off x="4433564" y="499544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99</a:t>
            </a:r>
            <a:endParaRPr lang="en-IN" dirty="0"/>
          </a:p>
        </p:txBody>
      </p:sp>
      <p:cxnSp>
        <p:nvCxnSpPr>
          <p:cNvPr id="38" name="Straight Arrow Connector 37"/>
          <p:cNvCxnSpPr>
            <a:endCxn id="37" idx="0"/>
          </p:cNvCxnSpPr>
          <p:nvPr/>
        </p:nvCxnSpPr>
        <p:spPr>
          <a:xfrm>
            <a:off x="4385718" y="4193139"/>
            <a:ext cx="349971" cy="8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Flowchart: Connector 39"/>
          <p:cNvSpPr/>
          <p:nvPr/>
        </p:nvSpPr>
        <p:spPr>
          <a:xfrm>
            <a:off x="2480198" y="369868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41" name="Straight Arrow Connector 40"/>
          <p:cNvCxnSpPr>
            <a:endCxn id="30" idx="0"/>
          </p:cNvCxnSpPr>
          <p:nvPr/>
        </p:nvCxnSpPr>
        <p:spPr>
          <a:xfrm>
            <a:off x="2922694" y="4225599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49502" y="176981"/>
            <a:ext cx="2478478" cy="874636"/>
          </a:xfrm>
        </p:spPr>
        <p:txBody>
          <a:bodyPr/>
          <a:lstStyle/>
          <a:p>
            <a:r>
              <a:rPr lang="en-GB" dirty="0"/>
              <a:t>Delete 20</a:t>
            </a:r>
            <a:endParaRPr lang="en-IN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511387" y="3165769"/>
            <a:ext cx="2430187" cy="18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99180" y="277364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BST Deletion</a:t>
            </a:r>
            <a:endParaRPr lang="en-IN" dirty="0"/>
          </a:p>
        </p:txBody>
      </p:sp>
      <p:cxnSp>
        <p:nvCxnSpPr>
          <p:cNvPr id="8" name="Straight Arrow Connector 7"/>
          <p:cNvCxnSpPr>
            <a:stCxn id="11" idx="3"/>
          </p:cNvCxnSpPr>
          <p:nvPr/>
        </p:nvCxnSpPr>
        <p:spPr>
          <a:xfrm flipH="1">
            <a:off x="8429103" y="1599277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1" idx="5"/>
            <a:endCxn id="13" idx="1"/>
          </p:cNvCxnSpPr>
          <p:nvPr/>
        </p:nvCxnSpPr>
        <p:spPr>
          <a:xfrm>
            <a:off x="9558512" y="1599277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0632473" y="2932806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Flowchart: Connector 10"/>
          <p:cNvSpPr/>
          <p:nvPr/>
        </p:nvSpPr>
        <p:spPr>
          <a:xfrm>
            <a:off x="9042753" y="112314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12" name="Flowchart: Connector 11"/>
          <p:cNvSpPr/>
          <p:nvPr/>
        </p:nvSpPr>
        <p:spPr>
          <a:xfrm>
            <a:off x="8034038" y="245667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13" name="Flowchart: Connector 12"/>
          <p:cNvSpPr/>
          <p:nvPr/>
        </p:nvSpPr>
        <p:spPr>
          <a:xfrm>
            <a:off x="10178640" y="245667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9761355" y="2910082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Flowchart: Connector 14"/>
          <p:cNvSpPr/>
          <p:nvPr/>
        </p:nvSpPr>
        <p:spPr>
          <a:xfrm>
            <a:off x="10067049" y="504098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16" name="Flowchart: Connector 15"/>
          <p:cNvSpPr/>
          <p:nvPr/>
        </p:nvSpPr>
        <p:spPr>
          <a:xfrm>
            <a:off x="7102337" y="366777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7538188" y="2932806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Flowchart: Connector 17"/>
          <p:cNvSpPr/>
          <p:nvPr/>
        </p:nvSpPr>
        <p:spPr>
          <a:xfrm>
            <a:off x="8461412" y="368849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19" name="Straight Arrow Connector 18"/>
          <p:cNvCxnSpPr>
            <a:stCxn id="12" idx="5"/>
            <a:endCxn id="18" idx="0"/>
          </p:cNvCxnSpPr>
          <p:nvPr/>
        </p:nvCxnSpPr>
        <p:spPr>
          <a:xfrm>
            <a:off x="8549797" y="2932806"/>
            <a:ext cx="213740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Flowchart: Connector 19"/>
          <p:cNvSpPr/>
          <p:nvPr/>
        </p:nvSpPr>
        <p:spPr>
          <a:xfrm>
            <a:off x="10926763" y="367358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sp>
        <p:nvSpPr>
          <p:cNvPr id="21" name="Flowchart: Connector 20"/>
          <p:cNvSpPr/>
          <p:nvPr/>
        </p:nvSpPr>
        <p:spPr>
          <a:xfrm>
            <a:off x="11415079" y="499544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99</a:t>
            </a:r>
            <a:endParaRPr lang="en-IN" dirty="0"/>
          </a:p>
        </p:txBody>
      </p:sp>
      <p:cxnSp>
        <p:nvCxnSpPr>
          <p:cNvPr id="22" name="Straight Arrow Connector 21"/>
          <p:cNvCxnSpPr>
            <a:endCxn id="21" idx="0"/>
          </p:cNvCxnSpPr>
          <p:nvPr/>
        </p:nvCxnSpPr>
        <p:spPr>
          <a:xfrm>
            <a:off x="11367233" y="4193139"/>
            <a:ext cx="349971" cy="8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Flowchart: Connector 22"/>
          <p:cNvSpPr/>
          <p:nvPr/>
        </p:nvSpPr>
        <p:spPr>
          <a:xfrm>
            <a:off x="9461713" y="369868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28" name="Straight Arrow Connector 27"/>
          <p:cNvCxnSpPr>
            <a:endCxn id="15" idx="0"/>
          </p:cNvCxnSpPr>
          <p:nvPr/>
        </p:nvCxnSpPr>
        <p:spPr>
          <a:xfrm>
            <a:off x="9904209" y="4225599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20" grpId="0" animBg="1"/>
      <p:bldP spid="21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49502" y="176981"/>
            <a:ext cx="2478478" cy="874636"/>
          </a:xfrm>
        </p:spPr>
        <p:txBody>
          <a:bodyPr/>
          <a:lstStyle/>
          <a:p>
            <a:r>
              <a:rPr lang="en-GB" dirty="0"/>
              <a:t>Delete 20</a:t>
            </a:r>
            <a:endParaRPr lang="en-IN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511387" y="3165769"/>
            <a:ext cx="2430187" cy="18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99180" y="277364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Delete leaf 30</a:t>
            </a:r>
            <a:endParaRPr lang="en-IN" dirty="0"/>
          </a:p>
        </p:txBody>
      </p:sp>
      <p:cxnSp>
        <p:nvCxnSpPr>
          <p:cNvPr id="8" name="Straight Arrow Connector 7"/>
          <p:cNvCxnSpPr>
            <a:stCxn id="11" idx="3"/>
          </p:cNvCxnSpPr>
          <p:nvPr/>
        </p:nvCxnSpPr>
        <p:spPr>
          <a:xfrm flipH="1">
            <a:off x="1408955" y="1392800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1" idx="5"/>
            <a:endCxn id="13" idx="1"/>
          </p:cNvCxnSpPr>
          <p:nvPr/>
        </p:nvCxnSpPr>
        <p:spPr>
          <a:xfrm>
            <a:off x="2538364" y="1392800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612325" y="2726329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Flowchart: Connector 10"/>
          <p:cNvSpPr/>
          <p:nvPr/>
        </p:nvSpPr>
        <p:spPr>
          <a:xfrm>
            <a:off x="2022605" y="91666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12" name="Flowchart: Connector 11"/>
          <p:cNvSpPr/>
          <p:nvPr/>
        </p:nvSpPr>
        <p:spPr>
          <a:xfrm>
            <a:off x="1013890" y="225019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13" name="Flowchart: Connector 12"/>
          <p:cNvSpPr/>
          <p:nvPr/>
        </p:nvSpPr>
        <p:spPr>
          <a:xfrm>
            <a:off x="3158492" y="225019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2741207" y="2703605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Flowchart: Connector 14"/>
          <p:cNvSpPr/>
          <p:nvPr/>
        </p:nvSpPr>
        <p:spPr>
          <a:xfrm>
            <a:off x="3046901" y="483451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16" name="Flowchart: Connector 15"/>
          <p:cNvSpPr/>
          <p:nvPr/>
        </p:nvSpPr>
        <p:spPr>
          <a:xfrm>
            <a:off x="82189" y="346129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518040" y="2726329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Flowchart: Connector 17"/>
          <p:cNvSpPr/>
          <p:nvPr/>
        </p:nvSpPr>
        <p:spPr>
          <a:xfrm>
            <a:off x="1441264" y="348201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19" name="Straight Arrow Connector 18"/>
          <p:cNvCxnSpPr>
            <a:stCxn id="12" idx="5"/>
            <a:endCxn id="18" idx="0"/>
          </p:cNvCxnSpPr>
          <p:nvPr/>
        </p:nvCxnSpPr>
        <p:spPr>
          <a:xfrm>
            <a:off x="1529649" y="2726329"/>
            <a:ext cx="213740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Flowchart: Connector 19"/>
          <p:cNvSpPr/>
          <p:nvPr/>
        </p:nvSpPr>
        <p:spPr>
          <a:xfrm>
            <a:off x="3906615" y="346711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sp>
        <p:nvSpPr>
          <p:cNvPr id="21" name="Flowchart: Connector 20"/>
          <p:cNvSpPr/>
          <p:nvPr/>
        </p:nvSpPr>
        <p:spPr>
          <a:xfrm>
            <a:off x="4394931" y="478896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99</a:t>
            </a:r>
            <a:endParaRPr lang="en-IN" dirty="0"/>
          </a:p>
        </p:txBody>
      </p:sp>
      <p:cxnSp>
        <p:nvCxnSpPr>
          <p:cNvPr id="22" name="Straight Arrow Connector 21"/>
          <p:cNvCxnSpPr>
            <a:endCxn id="21" idx="0"/>
          </p:cNvCxnSpPr>
          <p:nvPr/>
        </p:nvCxnSpPr>
        <p:spPr>
          <a:xfrm>
            <a:off x="4347085" y="3986662"/>
            <a:ext cx="349971" cy="8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Flowchart: Connector 22"/>
          <p:cNvSpPr/>
          <p:nvPr/>
        </p:nvSpPr>
        <p:spPr>
          <a:xfrm>
            <a:off x="2441565" y="349220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28" name="Straight Arrow Connector 27"/>
          <p:cNvCxnSpPr>
            <a:endCxn id="15" idx="0"/>
          </p:cNvCxnSpPr>
          <p:nvPr/>
        </p:nvCxnSpPr>
        <p:spPr>
          <a:xfrm>
            <a:off x="2884061" y="4019122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42" idx="3"/>
          </p:cNvCxnSpPr>
          <p:nvPr/>
        </p:nvCxnSpPr>
        <p:spPr>
          <a:xfrm flipH="1">
            <a:off x="8435737" y="1392800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42" idx="5"/>
            <a:endCxn id="44" idx="1"/>
          </p:cNvCxnSpPr>
          <p:nvPr/>
        </p:nvCxnSpPr>
        <p:spPr>
          <a:xfrm>
            <a:off x="9565146" y="1392800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0639107" y="2726329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Flowchart: Connector 41"/>
          <p:cNvSpPr/>
          <p:nvPr/>
        </p:nvSpPr>
        <p:spPr>
          <a:xfrm>
            <a:off x="9049387" y="91666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43" name="Flowchart: Connector 42"/>
          <p:cNvSpPr/>
          <p:nvPr/>
        </p:nvSpPr>
        <p:spPr>
          <a:xfrm>
            <a:off x="8040672" y="225019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44" name="Flowchart: Connector 43"/>
          <p:cNvSpPr/>
          <p:nvPr/>
        </p:nvSpPr>
        <p:spPr>
          <a:xfrm>
            <a:off x="10185274" y="225019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45" name="Straight Arrow Connector 44"/>
          <p:cNvCxnSpPr/>
          <p:nvPr/>
        </p:nvCxnSpPr>
        <p:spPr>
          <a:xfrm flipH="1">
            <a:off x="9767989" y="2703605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Flowchart: Connector 45"/>
          <p:cNvSpPr/>
          <p:nvPr/>
        </p:nvSpPr>
        <p:spPr>
          <a:xfrm>
            <a:off x="10073683" y="483451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47" name="Flowchart: Connector 46"/>
          <p:cNvSpPr/>
          <p:nvPr/>
        </p:nvSpPr>
        <p:spPr>
          <a:xfrm>
            <a:off x="7108971" y="346129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7544822" y="2726329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3" idx="5"/>
          </p:cNvCxnSpPr>
          <p:nvPr/>
        </p:nvCxnSpPr>
        <p:spPr>
          <a:xfrm>
            <a:off x="8556431" y="2726329"/>
            <a:ext cx="213740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Flowchart: Connector 50"/>
          <p:cNvSpPr/>
          <p:nvPr/>
        </p:nvSpPr>
        <p:spPr>
          <a:xfrm>
            <a:off x="10933397" y="346711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sp>
        <p:nvSpPr>
          <p:cNvPr id="52" name="Flowchart: Connector 51"/>
          <p:cNvSpPr/>
          <p:nvPr/>
        </p:nvSpPr>
        <p:spPr>
          <a:xfrm>
            <a:off x="11421713" y="478896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99</a:t>
            </a:r>
            <a:endParaRPr lang="en-IN" dirty="0"/>
          </a:p>
        </p:txBody>
      </p:sp>
      <p:cxnSp>
        <p:nvCxnSpPr>
          <p:cNvPr id="53" name="Straight Arrow Connector 52"/>
          <p:cNvCxnSpPr>
            <a:endCxn id="52" idx="0"/>
          </p:cNvCxnSpPr>
          <p:nvPr/>
        </p:nvCxnSpPr>
        <p:spPr>
          <a:xfrm>
            <a:off x="11373867" y="3986662"/>
            <a:ext cx="349971" cy="8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Flowchart: Connector 53"/>
          <p:cNvSpPr/>
          <p:nvPr/>
        </p:nvSpPr>
        <p:spPr>
          <a:xfrm>
            <a:off x="9468347" y="349220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55" name="Straight Arrow Connector 54"/>
          <p:cNvCxnSpPr>
            <a:endCxn id="46" idx="0"/>
          </p:cNvCxnSpPr>
          <p:nvPr/>
        </p:nvCxnSpPr>
        <p:spPr>
          <a:xfrm>
            <a:off x="9910843" y="4019122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Flowchart: Connector 55"/>
          <p:cNvSpPr/>
          <p:nvPr/>
        </p:nvSpPr>
        <p:spPr>
          <a:xfrm>
            <a:off x="8525887" y="3499075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7" name="Flowchart: Connector 56"/>
          <p:cNvSpPr/>
          <p:nvPr/>
        </p:nvSpPr>
        <p:spPr>
          <a:xfrm>
            <a:off x="8607546" y="3569314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42" grpId="0" animBg="1"/>
      <p:bldP spid="43" grpId="0" animBg="1"/>
      <p:bldP spid="44" grpId="0" animBg="1"/>
      <p:bldP spid="46" grpId="0" animBg="1"/>
      <p:bldP spid="47" grpId="0" animBg="1"/>
      <p:bldP spid="51" grpId="0" animBg="1"/>
      <p:bldP spid="52" grpId="0" animBg="1"/>
      <p:bldP spid="54" grpId="0" animBg="1"/>
      <p:bldP spid="56" grpId="0" animBg="1"/>
      <p:bldP spid="5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49502" y="176981"/>
            <a:ext cx="2478478" cy="874636"/>
          </a:xfrm>
        </p:spPr>
        <p:txBody>
          <a:bodyPr/>
          <a:lstStyle/>
          <a:p>
            <a:r>
              <a:rPr lang="en-GB" dirty="0"/>
              <a:t>Delete 20</a:t>
            </a:r>
            <a:endParaRPr lang="en-IN" dirty="0"/>
          </a:p>
        </p:txBody>
      </p:sp>
      <p:cxnSp>
        <p:nvCxnSpPr>
          <p:cNvPr id="6" name="Straight Arrow Connector 5"/>
          <p:cNvCxnSpPr>
            <a:stCxn id="42" idx="3"/>
          </p:cNvCxnSpPr>
          <p:nvPr/>
        </p:nvCxnSpPr>
        <p:spPr>
          <a:xfrm flipH="1">
            <a:off x="1523660" y="1874580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42" idx="5"/>
            <a:endCxn id="44" idx="1"/>
          </p:cNvCxnSpPr>
          <p:nvPr/>
        </p:nvCxnSpPr>
        <p:spPr>
          <a:xfrm>
            <a:off x="2653069" y="1874580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3727030" y="3208109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Flowchart: Connector 41"/>
          <p:cNvSpPr/>
          <p:nvPr/>
        </p:nvSpPr>
        <p:spPr>
          <a:xfrm>
            <a:off x="2137310" y="139844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43" name="Flowchart: Connector 42"/>
          <p:cNvSpPr/>
          <p:nvPr/>
        </p:nvSpPr>
        <p:spPr>
          <a:xfrm>
            <a:off x="1128595" y="273197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44" name="Flowchart: Connector 43"/>
          <p:cNvSpPr/>
          <p:nvPr/>
        </p:nvSpPr>
        <p:spPr>
          <a:xfrm>
            <a:off x="3273197" y="273197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45" name="Straight Arrow Connector 44"/>
          <p:cNvCxnSpPr/>
          <p:nvPr/>
        </p:nvCxnSpPr>
        <p:spPr>
          <a:xfrm flipH="1">
            <a:off x="2855912" y="3185385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Flowchart: Connector 45"/>
          <p:cNvSpPr/>
          <p:nvPr/>
        </p:nvSpPr>
        <p:spPr>
          <a:xfrm>
            <a:off x="3161606" y="531629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47" name="Flowchart: Connector 46"/>
          <p:cNvSpPr/>
          <p:nvPr/>
        </p:nvSpPr>
        <p:spPr>
          <a:xfrm>
            <a:off x="196894" y="394307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632745" y="3208109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3" idx="5"/>
          </p:cNvCxnSpPr>
          <p:nvPr/>
        </p:nvCxnSpPr>
        <p:spPr>
          <a:xfrm>
            <a:off x="1644354" y="3208109"/>
            <a:ext cx="213740" cy="7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Flowchart: Connector 50"/>
          <p:cNvSpPr/>
          <p:nvPr/>
        </p:nvSpPr>
        <p:spPr>
          <a:xfrm>
            <a:off x="4021320" y="394889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sp>
        <p:nvSpPr>
          <p:cNvPr id="52" name="Flowchart: Connector 51"/>
          <p:cNvSpPr/>
          <p:nvPr/>
        </p:nvSpPr>
        <p:spPr>
          <a:xfrm>
            <a:off x="4509636" y="527074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99</a:t>
            </a:r>
            <a:endParaRPr lang="en-IN" dirty="0"/>
          </a:p>
        </p:txBody>
      </p:sp>
      <p:cxnSp>
        <p:nvCxnSpPr>
          <p:cNvPr id="53" name="Straight Arrow Connector 52"/>
          <p:cNvCxnSpPr>
            <a:endCxn id="52" idx="0"/>
          </p:cNvCxnSpPr>
          <p:nvPr/>
        </p:nvCxnSpPr>
        <p:spPr>
          <a:xfrm>
            <a:off x="4461790" y="4468442"/>
            <a:ext cx="349971" cy="8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Flowchart: Connector 53"/>
          <p:cNvSpPr/>
          <p:nvPr/>
        </p:nvSpPr>
        <p:spPr>
          <a:xfrm>
            <a:off x="2556270" y="397398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55" name="Straight Arrow Connector 54"/>
          <p:cNvCxnSpPr>
            <a:endCxn id="46" idx="0"/>
          </p:cNvCxnSpPr>
          <p:nvPr/>
        </p:nvCxnSpPr>
        <p:spPr>
          <a:xfrm>
            <a:off x="2998766" y="4500902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Flowchart: Connector 55"/>
          <p:cNvSpPr/>
          <p:nvPr/>
        </p:nvSpPr>
        <p:spPr>
          <a:xfrm>
            <a:off x="1613810" y="3980855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7" name="Flowchart: Connector 56"/>
          <p:cNvSpPr/>
          <p:nvPr/>
        </p:nvSpPr>
        <p:spPr>
          <a:xfrm>
            <a:off x="1695469" y="4051094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  <p:cxnSp>
        <p:nvCxnSpPr>
          <p:cNvPr id="2" name="Straight Arrow Connector 1"/>
          <p:cNvCxnSpPr>
            <a:stCxn id="25" idx="3"/>
          </p:cNvCxnSpPr>
          <p:nvPr/>
        </p:nvCxnSpPr>
        <p:spPr>
          <a:xfrm flipH="1">
            <a:off x="7886193" y="1874580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25" idx="5"/>
            <a:endCxn id="27" idx="1"/>
          </p:cNvCxnSpPr>
          <p:nvPr/>
        </p:nvCxnSpPr>
        <p:spPr>
          <a:xfrm>
            <a:off x="9015602" y="1874580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0089563" y="3208109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Connector 24"/>
          <p:cNvSpPr/>
          <p:nvPr/>
        </p:nvSpPr>
        <p:spPr>
          <a:xfrm>
            <a:off x="8499843" y="139844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27" name="Flowchart: Connector 26"/>
          <p:cNvSpPr/>
          <p:nvPr/>
        </p:nvSpPr>
        <p:spPr>
          <a:xfrm>
            <a:off x="9635730" y="273197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9218445" y="3185385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Flowchart: Connector 29"/>
          <p:cNvSpPr/>
          <p:nvPr/>
        </p:nvSpPr>
        <p:spPr>
          <a:xfrm>
            <a:off x="9524139" y="531629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32" name="Flowchart: Connector 31"/>
          <p:cNvSpPr/>
          <p:nvPr/>
        </p:nvSpPr>
        <p:spPr>
          <a:xfrm>
            <a:off x="6559427" y="394307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6995278" y="3208109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Flowchart: Connector 34"/>
          <p:cNvSpPr/>
          <p:nvPr/>
        </p:nvSpPr>
        <p:spPr>
          <a:xfrm>
            <a:off x="10383853" y="394889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sp>
        <p:nvSpPr>
          <p:cNvPr id="36" name="Flowchart: Connector 35"/>
          <p:cNvSpPr/>
          <p:nvPr/>
        </p:nvSpPr>
        <p:spPr>
          <a:xfrm>
            <a:off x="10872169" y="527074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99</a:t>
            </a:r>
            <a:endParaRPr lang="en-IN" dirty="0"/>
          </a:p>
        </p:txBody>
      </p:sp>
      <p:cxnSp>
        <p:nvCxnSpPr>
          <p:cNvPr id="37" name="Straight Arrow Connector 36"/>
          <p:cNvCxnSpPr>
            <a:endCxn id="36" idx="0"/>
          </p:cNvCxnSpPr>
          <p:nvPr/>
        </p:nvCxnSpPr>
        <p:spPr>
          <a:xfrm>
            <a:off x="10824323" y="4468442"/>
            <a:ext cx="349971" cy="8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Flowchart: Connector 37"/>
          <p:cNvSpPr/>
          <p:nvPr/>
        </p:nvSpPr>
        <p:spPr>
          <a:xfrm>
            <a:off x="8918803" y="397398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40" name="Straight Arrow Connector 39"/>
          <p:cNvCxnSpPr>
            <a:endCxn id="30" idx="0"/>
          </p:cNvCxnSpPr>
          <p:nvPr/>
        </p:nvCxnSpPr>
        <p:spPr>
          <a:xfrm>
            <a:off x="9361299" y="4500902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Flowchart: Connector 57"/>
          <p:cNvSpPr/>
          <p:nvPr/>
        </p:nvSpPr>
        <p:spPr>
          <a:xfrm>
            <a:off x="7491128" y="2729684"/>
            <a:ext cx="708618" cy="66526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9" name="Flowchart: Connector 58"/>
          <p:cNvSpPr/>
          <p:nvPr/>
        </p:nvSpPr>
        <p:spPr>
          <a:xfrm>
            <a:off x="7543313" y="278340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4493043" y="3129570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127240" y="2683150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Case 3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25" grpId="0" animBg="1"/>
      <p:bldP spid="27" grpId="0" animBg="1"/>
      <p:bldP spid="30" grpId="0" animBg="1"/>
      <p:bldP spid="32" grpId="0" animBg="1"/>
      <p:bldP spid="35" grpId="0" animBg="1"/>
      <p:bldP spid="36" grpId="0" animBg="1"/>
      <p:bldP spid="38" grpId="0" animBg="1"/>
      <p:bldP spid="58" grpId="0" animBg="1"/>
      <p:bldP spid="5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49502" y="176981"/>
            <a:ext cx="2478478" cy="874636"/>
          </a:xfrm>
        </p:spPr>
        <p:txBody>
          <a:bodyPr/>
          <a:lstStyle/>
          <a:p>
            <a:r>
              <a:rPr lang="en-GB" dirty="0"/>
              <a:t>Delete 20</a:t>
            </a:r>
            <a:endParaRPr lang="en-IN" dirty="0"/>
          </a:p>
        </p:txBody>
      </p:sp>
      <p:cxnSp>
        <p:nvCxnSpPr>
          <p:cNvPr id="2" name="Straight Arrow Connector 1"/>
          <p:cNvCxnSpPr/>
          <p:nvPr/>
        </p:nvCxnSpPr>
        <p:spPr>
          <a:xfrm flipH="1">
            <a:off x="7886193" y="1874580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endCxn id="27" idx="1"/>
          </p:cNvCxnSpPr>
          <p:nvPr/>
        </p:nvCxnSpPr>
        <p:spPr>
          <a:xfrm>
            <a:off x="9015602" y="1874580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0089563" y="3208109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lowchart: Connector 26"/>
          <p:cNvSpPr/>
          <p:nvPr/>
        </p:nvSpPr>
        <p:spPr>
          <a:xfrm>
            <a:off x="9635730" y="273197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29" name="Straight Arrow Connector 28"/>
          <p:cNvCxnSpPr>
            <a:stCxn id="27" idx="3"/>
          </p:cNvCxnSpPr>
          <p:nvPr/>
        </p:nvCxnSpPr>
        <p:spPr>
          <a:xfrm flipH="1">
            <a:off x="9218445" y="3208109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Flowchart: Connector 29"/>
          <p:cNvSpPr/>
          <p:nvPr/>
        </p:nvSpPr>
        <p:spPr>
          <a:xfrm>
            <a:off x="9524139" y="531629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32" name="Flowchart: Connector 31"/>
          <p:cNvSpPr/>
          <p:nvPr/>
        </p:nvSpPr>
        <p:spPr>
          <a:xfrm>
            <a:off x="6559427" y="394307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6995278" y="3208109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Flowchart: Connector 34"/>
          <p:cNvSpPr/>
          <p:nvPr/>
        </p:nvSpPr>
        <p:spPr>
          <a:xfrm>
            <a:off x="10383853" y="394889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sp>
        <p:nvSpPr>
          <p:cNvPr id="36" name="Flowchart: Connector 35"/>
          <p:cNvSpPr/>
          <p:nvPr/>
        </p:nvSpPr>
        <p:spPr>
          <a:xfrm>
            <a:off x="10872169" y="527074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99</a:t>
            </a:r>
            <a:endParaRPr lang="en-IN" dirty="0"/>
          </a:p>
        </p:txBody>
      </p:sp>
      <p:cxnSp>
        <p:nvCxnSpPr>
          <p:cNvPr id="37" name="Straight Arrow Connector 36"/>
          <p:cNvCxnSpPr>
            <a:endCxn id="36" idx="0"/>
          </p:cNvCxnSpPr>
          <p:nvPr/>
        </p:nvCxnSpPr>
        <p:spPr>
          <a:xfrm>
            <a:off x="10824323" y="4468442"/>
            <a:ext cx="349971" cy="8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Flowchart: Connector 37"/>
          <p:cNvSpPr/>
          <p:nvPr/>
        </p:nvSpPr>
        <p:spPr>
          <a:xfrm>
            <a:off x="8918803" y="397398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40" name="Straight Arrow Connector 39"/>
          <p:cNvCxnSpPr>
            <a:endCxn id="30" idx="0"/>
          </p:cNvCxnSpPr>
          <p:nvPr/>
        </p:nvCxnSpPr>
        <p:spPr>
          <a:xfrm>
            <a:off x="9361299" y="4500902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Flowchart: Connector 57"/>
          <p:cNvSpPr/>
          <p:nvPr/>
        </p:nvSpPr>
        <p:spPr>
          <a:xfrm>
            <a:off x="8491760" y="1316753"/>
            <a:ext cx="708618" cy="66526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4493043" y="3129570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127240" y="2683150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Case 3</a:t>
            </a:r>
            <a:endParaRPr lang="en-IN" dirty="0"/>
          </a:p>
        </p:txBody>
      </p:sp>
      <p:cxnSp>
        <p:nvCxnSpPr>
          <p:cNvPr id="5" name="Straight Arrow Connector 4"/>
          <p:cNvCxnSpPr>
            <a:stCxn id="9" idx="3"/>
          </p:cNvCxnSpPr>
          <p:nvPr/>
        </p:nvCxnSpPr>
        <p:spPr>
          <a:xfrm flipH="1">
            <a:off x="1505045" y="1874580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9" idx="5"/>
            <a:endCxn id="10" idx="1"/>
          </p:cNvCxnSpPr>
          <p:nvPr/>
        </p:nvCxnSpPr>
        <p:spPr>
          <a:xfrm>
            <a:off x="2634454" y="1874580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708415" y="3208109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Flowchart: Connector 8"/>
          <p:cNvSpPr/>
          <p:nvPr/>
        </p:nvSpPr>
        <p:spPr>
          <a:xfrm>
            <a:off x="2118695" y="139844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10" name="Flowchart: Connector 9"/>
          <p:cNvSpPr/>
          <p:nvPr/>
        </p:nvSpPr>
        <p:spPr>
          <a:xfrm>
            <a:off x="3254582" y="273197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2837297" y="3185385"/>
            <a:ext cx="542535" cy="77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Flowchart: Connector 11"/>
          <p:cNvSpPr/>
          <p:nvPr/>
        </p:nvSpPr>
        <p:spPr>
          <a:xfrm>
            <a:off x="3142991" y="531629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13" name="Flowchart: Connector 12"/>
          <p:cNvSpPr/>
          <p:nvPr/>
        </p:nvSpPr>
        <p:spPr>
          <a:xfrm>
            <a:off x="178279" y="394307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614130" y="3208109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Flowchart: Connector 14"/>
          <p:cNvSpPr/>
          <p:nvPr/>
        </p:nvSpPr>
        <p:spPr>
          <a:xfrm>
            <a:off x="4002705" y="394889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4443175" y="4468442"/>
            <a:ext cx="349971" cy="8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Flowchart: Connector 17"/>
          <p:cNvSpPr/>
          <p:nvPr/>
        </p:nvSpPr>
        <p:spPr>
          <a:xfrm>
            <a:off x="2537655" y="397398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2980151" y="4500902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Flowchart: Connector 19"/>
          <p:cNvSpPr/>
          <p:nvPr/>
        </p:nvSpPr>
        <p:spPr>
          <a:xfrm>
            <a:off x="1109980" y="2729684"/>
            <a:ext cx="708618" cy="66526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Flowchart: Connector 20"/>
          <p:cNvSpPr/>
          <p:nvPr/>
        </p:nvSpPr>
        <p:spPr>
          <a:xfrm>
            <a:off x="1162165" y="278340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22" name="Flowchart: Connector 21"/>
          <p:cNvSpPr/>
          <p:nvPr/>
        </p:nvSpPr>
        <p:spPr>
          <a:xfrm>
            <a:off x="7463217" y="273197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28" name="Flowchart: Connector 27"/>
          <p:cNvSpPr/>
          <p:nvPr/>
        </p:nvSpPr>
        <p:spPr>
          <a:xfrm>
            <a:off x="8555873" y="137046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6" name="Flowchart: Connector 5"/>
          <p:cNvSpPr/>
          <p:nvPr/>
        </p:nvSpPr>
        <p:spPr>
          <a:xfrm>
            <a:off x="4537409" y="527074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99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0" grpId="0" animBg="1"/>
      <p:bldP spid="32" grpId="0" animBg="1"/>
      <p:bldP spid="35" grpId="0" animBg="1"/>
      <p:bldP spid="36" grpId="0" animBg="1"/>
      <p:bldP spid="38" grpId="0" animBg="1"/>
      <p:bldP spid="58" grpId="0" animBg="1"/>
      <p:bldP spid="22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49502" y="176981"/>
            <a:ext cx="2478478" cy="874636"/>
          </a:xfrm>
        </p:spPr>
        <p:txBody>
          <a:bodyPr/>
          <a:lstStyle/>
          <a:p>
            <a:r>
              <a:rPr lang="en-GB" dirty="0"/>
              <a:t>Delete 20</a:t>
            </a:r>
            <a:endParaRPr lang="en-IN" dirty="0"/>
          </a:p>
        </p:txBody>
      </p:sp>
      <p:cxnSp>
        <p:nvCxnSpPr>
          <p:cNvPr id="2" name="Straight Arrow Connector 1"/>
          <p:cNvCxnSpPr/>
          <p:nvPr/>
        </p:nvCxnSpPr>
        <p:spPr>
          <a:xfrm flipH="1">
            <a:off x="7886193" y="1874580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52" idx="5"/>
            <a:endCxn id="27" idx="1"/>
          </p:cNvCxnSpPr>
          <p:nvPr/>
        </p:nvCxnSpPr>
        <p:spPr>
          <a:xfrm>
            <a:off x="9015602" y="1846603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0089563" y="3208109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lowchart: Connector 26"/>
          <p:cNvSpPr/>
          <p:nvPr/>
        </p:nvSpPr>
        <p:spPr>
          <a:xfrm>
            <a:off x="9635730" y="273197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29" name="Straight Arrow Connector 28"/>
          <p:cNvCxnSpPr>
            <a:stCxn id="27" idx="3"/>
          </p:cNvCxnSpPr>
          <p:nvPr/>
        </p:nvCxnSpPr>
        <p:spPr>
          <a:xfrm flipH="1">
            <a:off x="9218445" y="3208109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Flowchart: Connector 29"/>
          <p:cNvSpPr/>
          <p:nvPr/>
        </p:nvSpPr>
        <p:spPr>
          <a:xfrm>
            <a:off x="9524139" y="531629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32" name="Flowchart: Connector 31"/>
          <p:cNvSpPr/>
          <p:nvPr/>
        </p:nvSpPr>
        <p:spPr>
          <a:xfrm>
            <a:off x="6559427" y="394307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6995278" y="3208109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Flowchart: Connector 34"/>
          <p:cNvSpPr/>
          <p:nvPr/>
        </p:nvSpPr>
        <p:spPr>
          <a:xfrm>
            <a:off x="10383853" y="394889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sp>
        <p:nvSpPr>
          <p:cNvPr id="36" name="Flowchart: Connector 35"/>
          <p:cNvSpPr/>
          <p:nvPr/>
        </p:nvSpPr>
        <p:spPr>
          <a:xfrm>
            <a:off x="10872169" y="527074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99</a:t>
            </a:r>
            <a:endParaRPr lang="en-IN" dirty="0"/>
          </a:p>
        </p:txBody>
      </p:sp>
      <p:cxnSp>
        <p:nvCxnSpPr>
          <p:cNvPr id="37" name="Straight Arrow Connector 36"/>
          <p:cNvCxnSpPr>
            <a:endCxn id="36" idx="0"/>
          </p:cNvCxnSpPr>
          <p:nvPr/>
        </p:nvCxnSpPr>
        <p:spPr>
          <a:xfrm>
            <a:off x="10824323" y="4468442"/>
            <a:ext cx="349971" cy="8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Flowchart: Connector 37"/>
          <p:cNvSpPr/>
          <p:nvPr/>
        </p:nvSpPr>
        <p:spPr>
          <a:xfrm>
            <a:off x="8918803" y="397398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40" name="Straight Arrow Connector 39"/>
          <p:cNvCxnSpPr>
            <a:endCxn id="30" idx="0"/>
          </p:cNvCxnSpPr>
          <p:nvPr/>
        </p:nvCxnSpPr>
        <p:spPr>
          <a:xfrm>
            <a:off x="9361299" y="4500902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Flowchart: Connector 21"/>
          <p:cNvSpPr/>
          <p:nvPr/>
        </p:nvSpPr>
        <p:spPr>
          <a:xfrm>
            <a:off x="7463217" y="273197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505856" y="1874580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26" idx="1"/>
          </p:cNvCxnSpPr>
          <p:nvPr/>
        </p:nvCxnSpPr>
        <p:spPr>
          <a:xfrm>
            <a:off x="2635265" y="1874580"/>
            <a:ext cx="708618" cy="9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709226" y="3208109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Flowchart: Connector 25"/>
          <p:cNvSpPr/>
          <p:nvPr/>
        </p:nvSpPr>
        <p:spPr>
          <a:xfrm>
            <a:off x="3255393" y="273197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31" name="Straight Arrow Connector 30"/>
          <p:cNvCxnSpPr>
            <a:stCxn id="26" idx="3"/>
          </p:cNvCxnSpPr>
          <p:nvPr/>
        </p:nvCxnSpPr>
        <p:spPr>
          <a:xfrm flipH="1">
            <a:off x="2838108" y="3208109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Flowchart: Connector 33"/>
          <p:cNvSpPr/>
          <p:nvPr/>
        </p:nvSpPr>
        <p:spPr>
          <a:xfrm>
            <a:off x="3143802" y="531629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39" name="Flowchart: Connector 38"/>
          <p:cNvSpPr/>
          <p:nvPr/>
        </p:nvSpPr>
        <p:spPr>
          <a:xfrm>
            <a:off x="179090" y="394307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41" name="Straight Arrow Connector 40"/>
          <p:cNvCxnSpPr/>
          <p:nvPr/>
        </p:nvCxnSpPr>
        <p:spPr>
          <a:xfrm flipH="1">
            <a:off x="614941" y="3208109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Flowchart: Connector 41"/>
          <p:cNvSpPr/>
          <p:nvPr/>
        </p:nvSpPr>
        <p:spPr>
          <a:xfrm>
            <a:off x="4003516" y="394889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sp>
        <p:nvSpPr>
          <p:cNvPr id="43" name="Flowchart: Connector 42"/>
          <p:cNvSpPr/>
          <p:nvPr/>
        </p:nvSpPr>
        <p:spPr>
          <a:xfrm>
            <a:off x="4491832" y="527074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99</a:t>
            </a:r>
            <a:endParaRPr lang="en-IN" dirty="0"/>
          </a:p>
        </p:txBody>
      </p:sp>
      <p:cxnSp>
        <p:nvCxnSpPr>
          <p:cNvPr id="44" name="Straight Arrow Connector 43"/>
          <p:cNvCxnSpPr>
            <a:endCxn id="43" idx="0"/>
          </p:cNvCxnSpPr>
          <p:nvPr/>
        </p:nvCxnSpPr>
        <p:spPr>
          <a:xfrm>
            <a:off x="4443986" y="4468442"/>
            <a:ext cx="349971" cy="8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Flowchart: Connector 44"/>
          <p:cNvSpPr/>
          <p:nvPr/>
        </p:nvSpPr>
        <p:spPr>
          <a:xfrm>
            <a:off x="2538466" y="397398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46" name="Straight Arrow Connector 45"/>
          <p:cNvCxnSpPr>
            <a:endCxn id="34" idx="0"/>
          </p:cNvCxnSpPr>
          <p:nvPr/>
        </p:nvCxnSpPr>
        <p:spPr>
          <a:xfrm>
            <a:off x="2980962" y="4500902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Flowchart: Connector 46"/>
          <p:cNvSpPr/>
          <p:nvPr/>
        </p:nvSpPr>
        <p:spPr>
          <a:xfrm>
            <a:off x="2111423" y="1316753"/>
            <a:ext cx="708618" cy="66526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Flowchart: Connector 47"/>
          <p:cNvSpPr/>
          <p:nvPr/>
        </p:nvSpPr>
        <p:spPr>
          <a:xfrm>
            <a:off x="1082880" y="273197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49" name="Flowchart: Connector 48"/>
          <p:cNvSpPr/>
          <p:nvPr/>
        </p:nvSpPr>
        <p:spPr>
          <a:xfrm>
            <a:off x="2163751" y="137046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493043" y="3129570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127240" y="2683150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Case 2</a:t>
            </a:r>
            <a:endParaRPr lang="en-IN" dirty="0"/>
          </a:p>
        </p:txBody>
      </p:sp>
      <p:sp>
        <p:nvSpPr>
          <p:cNvPr id="52" name="Flowchart: Connector 51"/>
          <p:cNvSpPr/>
          <p:nvPr/>
        </p:nvSpPr>
        <p:spPr>
          <a:xfrm>
            <a:off x="8499843" y="137046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0" grpId="0" animBg="1"/>
      <p:bldP spid="32" grpId="0" animBg="1"/>
      <p:bldP spid="35" grpId="0" animBg="1"/>
      <p:bldP spid="36" grpId="0" animBg="1"/>
      <p:bldP spid="38" grpId="0" animBg="1"/>
      <p:bldP spid="22" grpId="0" animBg="1"/>
      <p:bldP spid="43" grpId="0" animBg="1"/>
      <p:bldP spid="5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49502" y="176981"/>
            <a:ext cx="2478478" cy="874636"/>
          </a:xfrm>
        </p:spPr>
        <p:txBody>
          <a:bodyPr/>
          <a:lstStyle/>
          <a:p>
            <a:r>
              <a:rPr lang="en-GB" dirty="0"/>
              <a:t>Delete 99</a:t>
            </a:r>
            <a:endParaRPr lang="en-IN" dirty="0"/>
          </a:p>
        </p:txBody>
      </p:sp>
      <p:cxnSp>
        <p:nvCxnSpPr>
          <p:cNvPr id="2" name="Straight Arrow Connector 1"/>
          <p:cNvCxnSpPr/>
          <p:nvPr/>
        </p:nvCxnSpPr>
        <p:spPr>
          <a:xfrm flipH="1">
            <a:off x="7886193" y="1874580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52" idx="5"/>
            <a:endCxn id="27" idx="1"/>
          </p:cNvCxnSpPr>
          <p:nvPr/>
        </p:nvCxnSpPr>
        <p:spPr>
          <a:xfrm>
            <a:off x="9015602" y="1846603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0089563" y="3208109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lowchart: Connector 26"/>
          <p:cNvSpPr/>
          <p:nvPr/>
        </p:nvSpPr>
        <p:spPr>
          <a:xfrm>
            <a:off x="9635730" y="273197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29" name="Straight Arrow Connector 28"/>
          <p:cNvCxnSpPr>
            <a:stCxn id="27" idx="3"/>
          </p:cNvCxnSpPr>
          <p:nvPr/>
        </p:nvCxnSpPr>
        <p:spPr>
          <a:xfrm flipH="1">
            <a:off x="9218445" y="3208109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Flowchart: Connector 29"/>
          <p:cNvSpPr/>
          <p:nvPr/>
        </p:nvSpPr>
        <p:spPr>
          <a:xfrm>
            <a:off x="9524139" y="531629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32" name="Flowchart: Connector 31"/>
          <p:cNvSpPr/>
          <p:nvPr/>
        </p:nvSpPr>
        <p:spPr>
          <a:xfrm>
            <a:off x="6559427" y="394307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6995278" y="3208109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Flowchart: Connector 34"/>
          <p:cNvSpPr/>
          <p:nvPr/>
        </p:nvSpPr>
        <p:spPr>
          <a:xfrm>
            <a:off x="10383853" y="394889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sp>
        <p:nvSpPr>
          <p:cNvPr id="38" name="Flowchart: Connector 37"/>
          <p:cNvSpPr/>
          <p:nvPr/>
        </p:nvSpPr>
        <p:spPr>
          <a:xfrm>
            <a:off x="8918803" y="397398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40" name="Straight Arrow Connector 39"/>
          <p:cNvCxnSpPr>
            <a:endCxn id="30" idx="0"/>
          </p:cNvCxnSpPr>
          <p:nvPr/>
        </p:nvCxnSpPr>
        <p:spPr>
          <a:xfrm>
            <a:off x="9361299" y="4500902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Flowchart: Connector 21"/>
          <p:cNvSpPr/>
          <p:nvPr/>
        </p:nvSpPr>
        <p:spPr>
          <a:xfrm>
            <a:off x="7463217" y="273197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493043" y="3129570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127240" y="2683150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Case 1</a:t>
            </a:r>
            <a:endParaRPr lang="en-IN" dirty="0"/>
          </a:p>
        </p:txBody>
      </p:sp>
      <p:sp>
        <p:nvSpPr>
          <p:cNvPr id="52" name="Flowchart: Connector 51"/>
          <p:cNvSpPr/>
          <p:nvPr/>
        </p:nvSpPr>
        <p:spPr>
          <a:xfrm>
            <a:off x="8499843" y="137046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1515688" y="1874580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20" idx="5"/>
            <a:endCxn id="9" idx="1"/>
          </p:cNvCxnSpPr>
          <p:nvPr/>
        </p:nvCxnSpPr>
        <p:spPr>
          <a:xfrm>
            <a:off x="2645097" y="1846603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719058" y="3208109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Flowchart: Connector 8"/>
          <p:cNvSpPr/>
          <p:nvPr/>
        </p:nvSpPr>
        <p:spPr>
          <a:xfrm>
            <a:off x="3265225" y="273197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10" name="Straight Arrow Connector 9"/>
          <p:cNvCxnSpPr>
            <a:stCxn id="9" idx="3"/>
          </p:cNvCxnSpPr>
          <p:nvPr/>
        </p:nvCxnSpPr>
        <p:spPr>
          <a:xfrm flipH="1">
            <a:off x="2847940" y="3208109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Flowchart: Connector 10"/>
          <p:cNvSpPr/>
          <p:nvPr/>
        </p:nvSpPr>
        <p:spPr>
          <a:xfrm>
            <a:off x="3153634" y="531629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12" name="Flowchart: Connector 11"/>
          <p:cNvSpPr/>
          <p:nvPr/>
        </p:nvSpPr>
        <p:spPr>
          <a:xfrm>
            <a:off x="188922" y="394307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624773" y="3208109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Flowchart: Connector 13"/>
          <p:cNvSpPr/>
          <p:nvPr/>
        </p:nvSpPr>
        <p:spPr>
          <a:xfrm>
            <a:off x="4013348" y="394889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sp>
        <p:nvSpPr>
          <p:cNvPr id="15" name="Flowchart: Connector 14"/>
          <p:cNvSpPr/>
          <p:nvPr/>
        </p:nvSpPr>
        <p:spPr>
          <a:xfrm>
            <a:off x="4501664" y="527074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99</a:t>
            </a:r>
            <a:endParaRPr lang="en-IN" dirty="0"/>
          </a:p>
        </p:txBody>
      </p:sp>
      <p:cxnSp>
        <p:nvCxnSpPr>
          <p:cNvPr id="16" name="Straight Arrow Connector 15"/>
          <p:cNvCxnSpPr>
            <a:endCxn id="15" idx="0"/>
          </p:cNvCxnSpPr>
          <p:nvPr/>
        </p:nvCxnSpPr>
        <p:spPr>
          <a:xfrm>
            <a:off x="4453818" y="4468442"/>
            <a:ext cx="349971" cy="8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Flowchart: Connector 16"/>
          <p:cNvSpPr/>
          <p:nvPr/>
        </p:nvSpPr>
        <p:spPr>
          <a:xfrm>
            <a:off x="2548298" y="397398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2990794" y="4500902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Flowchart: Connector 18"/>
          <p:cNvSpPr/>
          <p:nvPr/>
        </p:nvSpPr>
        <p:spPr>
          <a:xfrm>
            <a:off x="1092712" y="273197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20" name="Flowchart: Connector 19"/>
          <p:cNvSpPr/>
          <p:nvPr/>
        </p:nvSpPr>
        <p:spPr>
          <a:xfrm>
            <a:off x="2129338" y="137046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0" grpId="0" animBg="1"/>
      <p:bldP spid="32" grpId="0" animBg="1"/>
      <p:bldP spid="35" grpId="0" animBg="1"/>
      <p:bldP spid="38" grpId="0" animBg="1"/>
      <p:bldP spid="22" grpId="0" animBg="1"/>
      <p:bldP spid="52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49502" y="176981"/>
            <a:ext cx="2478478" cy="874636"/>
          </a:xfrm>
        </p:spPr>
        <p:txBody>
          <a:bodyPr/>
          <a:lstStyle/>
          <a:p>
            <a:r>
              <a:rPr lang="en-GB" dirty="0"/>
              <a:t>Delete 90</a:t>
            </a:r>
            <a:endParaRPr lang="en-IN" dirty="0"/>
          </a:p>
        </p:txBody>
      </p:sp>
      <p:cxnSp>
        <p:nvCxnSpPr>
          <p:cNvPr id="2" name="Straight Arrow Connector 1"/>
          <p:cNvCxnSpPr/>
          <p:nvPr/>
        </p:nvCxnSpPr>
        <p:spPr>
          <a:xfrm flipH="1">
            <a:off x="7886193" y="1874580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52" idx="5"/>
            <a:endCxn id="27" idx="1"/>
          </p:cNvCxnSpPr>
          <p:nvPr/>
        </p:nvCxnSpPr>
        <p:spPr>
          <a:xfrm>
            <a:off x="9015602" y="1846603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0089563" y="3208109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lowchart: Connector 26"/>
          <p:cNvSpPr/>
          <p:nvPr/>
        </p:nvSpPr>
        <p:spPr>
          <a:xfrm>
            <a:off x="9635730" y="273197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29" name="Straight Arrow Connector 28"/>
          <p:cNvCxnSpPr>
            <a:stCxn id="27" idx="3"/>
          </p:cNvCxnSpPr>
          <p:nvPr/>
        </p:nvCxnSpPr>
        <p:spPr>
          <a:xfrm flipH="1">
            <a:off x="9218445" y="3208109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Flowchart: Connector 29"/>
          <p:cNvSpPr/>
          <p:nvPr/>
        </p:nvSpPr>
        <p:spPr>
          <a:xfrm>
            <a:off x="9524139" y="531629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32" name="Flowchart: Connector 31"/>
          <p:cNvSpPr/>
          <p:nvPr/>
        </p:nvSpPr>
        <p:spPr>
          <a:xfrm>
            <a:off x="6559427" y="394307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6995278" y="3208109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Flowchart: Connector 37"/>
          <p:cNvSpPr/>
          <p:nvPr/>
        </p:nvSpPr>
        <p:spPr>
          <a:xfrm>
            <a:off x="8918803" y="397398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40" name="Straight Arrow Connector 39"/>
          <p:cNvCxnSpPr>
            <a:endCxn id="30" idx="0"/>
          </p:cNvCxnSpPr>
          <p:nvPr/>
        </p:nvCxnSpPr>
        <p:spPr>
          <a:xfrm>
            <a:off x="9361299" y="4500902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Flowchart: Connector 21"/>
          <p:cNvSpPr/>
          <p:nvPr/>
        </p:nvSpPr>
        <p:spPr>
          <a:xfrm>
            <a:off x="7463217" y="273197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493043" y="3129570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896575" y="2731974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BST deletion</a:t>
            </a:r>
            <a:endParaRPr lang="en-IN" dirty="0"/>
          </a:p>
        </p:txBody>
      </p:sp>
      <p:sp>
        <p:nvSpPr>
          <p:cNvPr id="52" name="Flowchart: Connector 51"/>
          <p:cNvSpPr/>
          <p:nvPr/>
        </p:nvSpPr>
        <p:spPr>
          <a:xfrm>
            <a:off x="8499843" y="137046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1515688" y="1874580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20" idx="5"/>
            <a:endCxn id="9" idx="1"/>
          </p:cNvCxnSpPr>
          <p:nvPr/>
        </p:nvCxnSpPr>
        <p:spPr>
          <a:xfrm>
            <a:off x="2645097" y="1846603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719058" y="3208109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Flowchart: Connector 8"/>
          <p:cNvSpPr/>
          <p:nvPr/>
        </p:nvSpPr>
        <p:spPr>
          <a:xfrm>
            <a:off x="3265225" y="273197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10" name="Straight Arrow Connector 9"/>
          <p:cNvCxnSpPr>
            <a:stCxn id="9" idx="3"/>
          </p:cNvCxnSpPr>
          <p:nvPr/>
        </p:nvCxnSpPr>
        <p:spPr>
          <a:xfrm flipH="1">
            <a:off x="2847940" y="3208109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Flowchart: Connector 10"/>
          <p:cNvSpPr/>
          <p:nvPr/>
        </p:nvSpPr>
        <p:spPr>
          <a:xfrm>
            <a:off x="3153634" y="531629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12" name="Flowchart: Connector 11"/>
          <p:cNvSpPr/>
          <p:nvPr/>
        </p:nvSpPr>
        <p:spPr>
          <a:xfrm>
            <a:off x="188922" y="394307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624773" y="3208109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Flowchart: Connector 13"/>
          <p:cNvSpPr/>
          <p:nvPr/>
        </p:nvSpPr>
        <p:spPr>
          <a:xfrm>
            <a:off x="4013348" y="394889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  <a:endParaRPr lang="en-IN" dirty="0"/>
          </a:p>
        </p:txBody>
      </p:sp>
      <p:sp>
        <p:nvSpPr>
          <p:cNvPr id="17" name="Flowchart: Connector 16"/>
          <p:cNvSpPr/>
          <p:nvPr/>
        </p:nvSpPr>
        <p:spPr>
          <a:xfrm>
            <a:off x="2548298" y="397398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2990794" y="4500902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Flowchart: Connector 18"/>
          <p:cNvSpPr/>
          <p:nvPr/>
        </p:nvSpPr>
        <p:spPr>
          <a:xfrm>
            <a:off x="1092712" y="273197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20" name="Flowchart: Connector 19"/>
          <p:cNvSpPr/>
          <p:nvPr/>
        </p:nvSpPr>
        <p:spPr>
          <a:xfrm>
            <a:off x="2129338" y="137046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6" name="Flowchart: Connector 5"/>
          <p:cNvSpPr/>
          <p:nvPr/>
        </p:nvSpPr>
        <p:spPr>
          <a:xfrm>
            <a:off x="10268760" y="3984880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Flowchart: Connector 20"/>
          <p:cNvSpPr/>
          <p:nvPr/>
        </p:nvSpPr>
        <p:spPr>
          <a:xfrm>
            <a:off x="10350419" y="4055119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0" grpId="0" animBg="1"/>
      <p:bldP spid="32" grpId="0" animBg="1"/>
      <p:bldP spid="38" grpId="0" animBg="1"/>
      <p:bldP spid="22" grpId="0" animBg="1"/>
      <p:bldP spid="52" grpId="0" animBg="1"/>
      <p:bldP spid="6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49502" y="176981"/>
            <a:ext cx="2478478" cy="874636"/>
          </a:xfrm>
        </p:spPr>
        <p:txBody>
          <a:bodyPr/>
          <a:lstStyle/>
          <a:p>
            <a:r>
              <a:rPr lang="en-GB" dirty="0"/>
              <a:t>Delete 90</a:t>
            </a:r>
            <a:endParaRPr lang="en-IN" dirty="0"/>
          </a:p>
        </p:txBody>
      </p:sp>
      <p:cxnSp>
        <p:nvCxnSpPr>
          <p:cNvPr id="2" name="Straight Arrow Connector 1"/>
          <p:cNvCxnSpPr/>
          <p:nvPr/>
        </p:nvCxnSpPr>
        <p:spPr>
          <a:xfrm flipH="1">
            <a:off x="1593548" y="1884412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52" idx="5"/>
            <a:endCxn id="27" idx="1"/>
          </p:cNvCxnSpPr>
          <p:nvPr/>
        </p:nvCxnSpPr>
        <p:spPr>
          <a:xfrm>
            <a:off x="2722957" y="1856435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796918" y="3217941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lowchart: Connector 26"/>
          <p:cNvSpPr/>
          <p:nvPr/>
        </p:nvSpPr>
        <p:spPr>
          <a:xfrm>
            <a:off x="3343085" y="274180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29" name="Straight Arrow Connector 28"/>
          <p:cNvCxnSpPr>
            <a:stCxn id="27" idx="3"/>
          </p:cNvCxnSpPr>
          <p:nvPr/>
        </p:nvCxnSpPr>
        <p:spPr>
          <a:xfrm flipH="1">
            <a:off x="2925800" y="3217941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Flowchart: Connector 29"/>
          <p:cNvSpPr/>
          <p:nvPr/>
        </p:nvSpPr>
        <p:spPr>
          <a:xfrm>
            <a:off x="3231494" y="5326123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32" name="Flowchart: Connector 31"/>
          <p:cNvSpPr/>
          <p:nvPr/>
        </p:nvSpPr>
        <p:spPr>
          <a:xfrm>
            <a:off x="266782" y="395290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702633" y="3217941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Flowchart: Connector 37"/>
          <p:cNvSpPr/>
          <p:nvPr/>
        </p:nvSpPr>
        <p:spPr>
          <a:xfrm>
            <a:off x="2626158" y="398382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40" name="Straight Arrow Connector 39"/>
          <p:cNvCxnSpPr>
            <a:endCxn id="30" idx="0"/>
          </p:cNvCxnSpPr>
          <p:nvPr/>
        </p:nvCxnSpPr>
        <p:spPr>
          <a:xfrm>
            <a:off x="3068654" y="4510734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Flowchart: Connector 21"/>
          <p:cNvSpPr/>
          <p:nvPr/>
        </p:nvSpPr>
        <p:spPr>
          <a:xfrm>
            <a:off x="1170572" y="274180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493043" y="3129570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Flowchart: Connector 51"/>
          <p:cNvSpPr/>
          <p:nvPr/>
        </p:nvSpPr>
        <p:spPr>
          <a:xfrm>
            <a:off x="2207198" y="138030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6" name="Flowchart: Connector 5"/>
          <p:cNvSpPr/>
          <p:nvPr/>
        </p:nvSpPr>
        <p:spPr>
          <a:xfrm>
            <a:off x="3976115" y="3994712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Flowchart: Connector 20"/>
          <p:cNvSpPr/>
          <p:nvPr/>
        </p:nvSpPr>
        <p:spPr>
          <a:xfrm>
            <a:off x="4057774" y="4064951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5193770" y="2741806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Case 5</a:t>
            </a:r>
            <a:endParaRPr lang="en-IN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8307313" y="1884412"/>
            <a:ext cx="702140" cy="85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41" idx="5"/>
            <a:endCxn id="26" idx="1"/>
          </p:cNvCxnSpPr>
          <p:nvPr/>
        </p:nvCxnSpPr>
        <p:spPr>
          <a:xfrm>
            <a:off x="9436722" y="1856435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0510683" y="3217941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Flowchart: Connector 25"/>
          <p:cNvSpPr/>
          <p:nvPr/>
        </p:nvSpPr>
        <p:spPr>
          <a:xfrm>
            <a:off x="10056850" y="274180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28" name="Straight Arrow Connector 27"/>
          <p:cNvCxnSpPr>
            <a:stCxn id="26" idx="3"/>
          </p:cNvCxnSpPr>
          <p:nvPr/>
        </p:nvCxnSpPr>
        <p:spPr>
          <a:xfrm flipH="1">
            <a:off x="9639565" y="3217941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Flowchart: Connector 30"/>
          <p:cNvSpPr/>
          <p:nvPr/>
        </p:nvSpPr>
        <p:spPr>
          <a:xfrm>
            <a:off x="9945259" y="532612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34" name="Flowchart: Connector 33"/>
          <p:cNvSpPr/>
          <p:nvPr/>
        </p:nvSpPr>
        <p:spPr>
          <a:xfrm>
            <a:off x="6980547" y="395290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7416398" y="3217941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Flowchart: Connector 35"/>
          <p:cNvSpPr/>
          <p:nvPr/>
        </p:nvSpPr>
        <p:spPr>
          <a:xfrm>
            <a:off x="9339923" y="398382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37" name="Straight Arrow Connector 36"/>
          <p:cNvCxnSpPr>
            <a:endCxn id="31" idx="0"/>
          </p:cNvCxnSpPr>
          <p:nvPr/>
        </p:nvCxnSpPr>
        <p:spPr>
          <a:xfrm>
            <a:off x="9782419" y="4510734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Flowchart: Connector 38"/>
          <p:cNvSpPr/>
          <p:nvPr/>
        </p:nvSpPr>
        <p:spPr>
          <a:xfrm>
            <a:off x="7884337" y="274180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41" name="Flowchart: Connector 40"/>
          <p:cNvSpPr/>
          <p:nvPr/>
        </p:nvSpPr>
        <p:spPr>
          <a:xfrm>
            <a:off x="8920963" y="1380300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42" name="Flowchart: Connector 41"/>
          <p:cNvSpPr/>
          <p:nvPr/>
        </p:nvSpPr>
        <p:spPr>
          <a:xfrm>
            <a:off x="10689880" y="3994712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Flowchart: Connector 42"/>
          <p:cNvSpPr/>
          <p:nvPr/>
        </p:nvSpPr>
        <p:spPr>
          <a:xfrm>
            <a:off x="10771539" y="4064951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1" grpId="0" animBg="1"/>
      <p:bldP spid="34" grpId="0" animBg="1"/>
      <p:bldP spid="36" grpId="0" animBg="1"/>
      <p:bldP spid="39" grpId="0" animBg="1"/>
      <p:bldP spid="41" grpId="0" animBg="1"/>
      <p:bldP spid="42" grpId="0" animBg="1"/>
      <p:bldP spid="4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49502" y="176981"/>
            <a:ext cx="2478478" cy="874636"/>
          </a:xfrm>
        </p:spPr>
        <p:txBody>
          <a:bodyPr/>
          <a:lstStyle/>
          <a:p>
            <a:r>
              <a:rPr lang="en-GB" dirty="0"/>
              <a:t>Delete 90</a:t>
            </a:r>
            <a:endParaRPr lang="en-IN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493043" y="3129570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93770" y="2741806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Case 5</a:t>
            </a:r>
            <a:endParaRPr lang="en-IN" dirty="0"/>
          </a:p>
        </p:txBody>
      </p:sp>
      <p:cxnSp>
        <p:nvCxnSpPr>
          <p:cNvPr id="16" name="Straight Arrow Connector 15"/>
          <p:cNvCxnSpPr>
            <a:stCxn id="41" idx="3"/>
          </p:cNvCxnSpPr>
          <p:nvPr/>
        </p:nvCxnSpPr>
        <p:spPr>
          <a:xfrm flipH="1">
            <a:off x="1506227" y="1630293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41" idx="5"/>
            <a:endCxn id="26" idx="1"/>
          </p:cNvCxnSpPr>
          <p:nvPr/>
        </p:nvCxnSpPr>
        <p:spPr>
          <a:xfrm>
            <a:off x="2635636" y="1630293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709597" y="2991799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Flowchart: Connector 25"/>
          <p:cNvSpPr/>
          <p:nvPr/>
        </p:nvSpPr>
        <p:spPr>
          <a:xfrm>
            <a:off x="3255764" y="251566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28" name="Straight Arrow Connector 27"/>
          <p:cNvCxnSpPr>
            <a:stCxn id="26" idx="3"/>
          </p:cNvCxnSpPr>
          <p:nvPr/>
        </p:nvCxnSpPr>
        <p:spPr>
          <a:xfrm flipH="1">
            <a:off x="2838479" y="2991799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Flowchart: Connector 30"/>
          <p:cNvSpPr/>
          <p:nvPr/>
        </p:nvSpPr>
        <p:spPr>
          <a:xfrm>
            <a:off x="3144173" y="509998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34" name="Flowchart: Connector 33"/>
          <p:cNvSpPr/>
          <p:nvPr/>
        </p:nvSpPr>
        <p:spPr>
          <a:xfrm>
            <a:off x="179461" y="372676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615312" y="2991799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Flowchart: Connector 35"/>
          <p:cNvSpPr/>
          <p:nvPr/>
        </p:nvSpPr>
        <p:spPr>
          <a:xfrm>
            <a:off x="2538837" y="375767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37" name="Straight Arrow Connector 36"/>
          <p:cNvCxnSpPr>
            <a:endCxn id="31" idx="0"/>
          </p:cNvCxnSpPr>
          <p:nvPr/>
        </p:nvCxnSpPr>
        <p:spPr>
          <a:xfrm>
            <a:off x="2981333" y="4284592"/>
            <a:ext cx="464965" cy="8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Flowchart: Connector 38"/>
          <p:cNvSpPr/>
          <p:nvPr/>
        </p:nvSpPr>
        <p:spPr>
          <a:xfrm>
            <a:off x="1083251" y="251566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41" name="Flowchart: Connector 40"/>
          <p:cNvSpPr/>
          <p:nvPr/>
        </p:nvSpPr>
        <p:spPr>
          <a:xfrm>
            <a:off x="2119877" y="115415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42" name="Flowchart: Connector 41"/>
          <p:cNvSpPr/>
          <p:nvPr/>
        </p:nvSpPr>
        <p:spPr>
          <a:xfrm>
            <a:off x="3888794" y="3768570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Flowchart: Connector 42"/>
          <p:cNvSpPr/>
          <p:nvPr/>
        </p:nvSpPr>
        <p:spPr>
          <a:xfrm>
            <a:off x="3970453" y="3838809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  <p:cxnSp>
        <p:nvCxnSpPr>
          <p:cNvPr id="7" name="Straight Arrow Connector 6"/>
          <p:cNvCxnSpPr>
            <a:stCxn id="20" idx="3"/>
          </p:cNvCxnSpPr>
          <p:nvPr/>
        </p:nvCxnSpPr>
        <p:spPr>
          <a:xfrm flipH="1">
            <a:off x="8294892" y="1630293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20" idx="5"/>
            <a:endCxn id="10" idx="1"/>
          </p:cNvCxnSpPr>
          <p:nvPr/>
        </p:nvCxnSpPr>
        <p:spPr>
          <a:xfrm>
            <a:off x="9424301" y="1630293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0498262" y="2991799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Connector 9"/>
          <p:cNvSpPr/>
          <p:nvPr/>
        </p:nvSpPr>
        <p:spPr>
          <a:xfrm>
            <a:off x="10044429" y="251566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11" name="Straight Arrow Connector 10"/>
          <p:cNvCxnSpPr>
            <a:stCxn id="10" idx="3"/>
          </p:cNvCxnSpPr>
          <p:nvPr/>
        </p:nvCxnSpPr>
        <p:spPr>
          <a:xfrm flipH="1">
            <a:off x="9627144" y="2991799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Flowchart: Connector 11"/>
          <p:cNvSpPr/>
          <p:nvPr/>
        </p:nvSpPr>
        <p:spPr>
          <a:xfrm>
            <a:off x="8476165" y="516450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sp>
        <p:nvSpPr>
          <p:cNvPr id="13" name="Flowchart: Connector 12"/>
          <p:cNvSpPr/>
          <p:nvPr/>
        </p:nvSpPr>
        <p:spPr>
          <a:xfrm>
            <a:off x="6968126" y="372676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7403977" y="2991799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Flowchart: Connector 16"/>
          <p:cNvSpPr/>
          <p:nvPr/>
        </p:nvSpPr>
        <p:spPr>
          <a:xfrm>
            <a:off x="9327502" y="375767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18" name="Straight Arrow Connector 17"/>
          <p:cNvCxnSpPr>
            <a:stCxn id="17" idx="3"/>
            <a:endCxn id="12" idx="0"/>
          </p:cNvCxnSpPr>
          <p:nvPr/>
        </p:nvCxnSpPr>
        <p:spPr>
          <a:xfrm flipH="1">
            <a:off x="8778290" y="4233813"/>
            <a:ext cx="637702" cy="930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Flowchart: Connector 18"/>
          <p:cNvSpPr/>
          <p:nvPr/>
        </p:nvSpPr>
        <p:spPr>
          <a:xfrm>
            <a:off x="7871916" y="251566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20" name="Flowchart: Connector 19"/>
          <p:cNvSpPr/>
          <p:nvPr/>
        </p:nvSpPr>
        <p:spPr>
          <a:xfrm>
            <a:off x="8908542" y="115415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44" name="Flowchart: Connector 43"/>
          <p:cNvSpPr/>
          <p:nvPr/>
        </p:nvSpPr>
        <p:spPr>
          <a:xfrm>
            <a:off x="10677459" y="3768570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Flowchart: Connector 44"/>
          <p:cNvSpPr/>
          <p:nvPr/>
        </p:nvSpPr>
        <p:spPr>
          <a:xfrm>
            <a:off x="10759118" y="3838809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7" grpId="0" animBg="1"/>
      <p:bldP spid="19" grpId="0" animBg="1"/>
      <p:bldP spid="20" grpId="0" animBg="1"/>
      <p:bldP spid="44" grpId="0" animBg="1"/>
      <p:bldP spid="4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49502" y="176981"/>
            <a:ext cx="2478478" cy="874636"/>
          </a:xfrm>
        </p:spPr>
        <p:txBody>
          <a:bodyPr/>
          <a:lstStyle/>
          <a:p>
            <a:r>
              <a:rPr lang="en-GB" dirty="0"/>
              <a:t>Delete 90</a:t>
            </a:r>
            <a:endParaRPr lang="en-IN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493043" y="3129570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93770" y="2741806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Case 6</a:t>
            </a:r>
            <a:endParaRPr lang="en-IN" dirty="0"/>
          </a:p>
        </p:txBody>
      </p:sp>
      <p:cxnSp>
        <p:nvCxnSpPr>
          <p:cNvPr id="7" name="Straight Arrow Connector 6"/>
          <p:cNvCxnSpPr>
            <a:stCxn id="20" idx="3"/>
          </p:cNvCxnSpPr>
          <p:nvPr/>
        </p:nvCxnSpPr>
        <p:spPr>
          <a:xfrm flipH="1">
            <a:off x="1628621" y="1777776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20" idx="5"/>
            <a:endCxn id="10" idx="1"/>
          </p:cNvCxnSpPr>
          <p:nvPr/>
        </p:nvCxnSpPr>
        <p:spPr>
          <a:xfrm>
            <a:off x="2758030" y="1777776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831991" y="3139282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Connector 9"/>
          <p:cNvSpPr/>
          <p:nvPr/>
        </p:nvSpPr>
        <p:spPr>
          <a:xfrm>
            <a:off x="3378158" y="266314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11" name="Straight Arrow Connector 10"/>
          <p:cNvCxnSpPr>
            <a:stCxn id="10" idx="3"/>
          </p:cNvCxnSpPr>
          <p:nvPr/>
        </p:nvCxnSpPr>
        <p:spPr>
          <a:xfrm flipH="1">
            <a:off x="2960873" y="3139282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Flowchart: Connector 11"/>
          <p:cNvSpPr/>
          <p:nvPr/>
        </p:nvSpPr>
        <p:spPr>
          <a:xfrm>
            <a:off x="1809894" y="531198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sp>
        <p:nvSpPr>
          <p:cNvPr id="13" name="Flowchart: Connector 12"/>
          <p:cNvSpPr/>
          <p:nvPr/>
        </p:nvSpPr>
        <p:spPr>
          <a:xfrm>
            <a:off x="301855" y="387424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737706" y="3139282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Flowchart: Connector 16"/>
          <p:cNvSpPr/>
          <p:nvPr/>
        </p:nvSpPr>
        <p:spPr>
          <a:xfrm>
            <a:off x="2661231" y="390516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18" name="Straight Arrow Connector 17"/>
          <p:cNvCxnSpPr>
            <a:stCxn id="17" idx="3"/>
            <a:endCxn id="12" idx="0"/>
          </p:cNvCxnSpPr>
          <p:nvPr/>
        </p:nvCxnSpPr>
        <p:spPr>
          <a:xfrm flipH="1">
            <a:off x="2112019" y="4381296"/>
            <a:ext cx="637702" cy="930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Flowchart: Connector 18"/>
          <p:cNvSpPr/>
          <p:nvPr/>
        </p:nvSpPr>
        <p:spPr>
          <a:xfrm>
            <a:off x="1205645" y="266314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20" name="Flowchart: Connector 19"/>
          <p:cNvSpPr/>
          <p:nvPr/>
        </p:nvSpPr>
        <p:spPr>
          <a:xfrm>
            <a:off x="2242271" y="130164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44" name="Flowchart: Connector 43"/>
          <p:cNvSpPr/>
          <p:nvPr/>
        </p:nvSpPr>
        <p:spPr>
          <a:xfrm>
            <a:off x="4011188" y="3916053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Flowchart: Connector 44"/>
          <p:cNvSpPr/>
          <p:nvPr/>
        </p:nvSpPr>
        <p:spPr>
          <a:xfrm>
            <a:off x="4092847" y="3986292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  <p:cxnSp>
        <p:nvCxnSpPr>
          <p:cNvPr id="2" name="Straight Arrow Connector 1"/>
          <p:cNvCxnSpPr>
            <a:stCxn id="33" idx="3"/>
          </p:cNvCxnSpPr>
          <p:nvPr/>
        </p:nvCxnSpPr>
        <p:spPr>
          <a:xfrm flipH="1">
            <a:off x="8200192" y="1777776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33" idx="5"/>
            <a:endCxn id="6" idx="1"/>
          </p:cNvCxnSpPr>
          <p:nvPr/>
        </p:nvCxnSpPr>
        <p:spPr>
          <a:xfrm>
            <a:off x="9329601" y="1777776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0403562" y="3139282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Flowchart: Connector 5"/>
          <p:cNvSpPr/>
          <p:nvPr/>
        </p:nvSpPr>
        <p:spPr>
          <a:xfrm>
            <a:off x="9949729" y="266314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21" name="Straight Arrow Connector 20"/>
          <p:cNvCxnSpPr>
            <a:stCxn id="6" idx="3"/>
          </p:cNvCxnSpPr>
          <p:nvPr/>
        </p:nvCxnSpPr>
        <p:spPr>
          <a:xfrm flipH="1">
            <a:off x="9532444" y="3139282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Flowchart: Connector 21"/>
          <p:cNvSpPr/>
          <p:nvPr/>
        </p:nvSpPr>
        <p:spPr>
          <a:xfrm>
            <a:off x="8381465" y="5311987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sp>
        <p:nvSpPr>
          <p:cNvPr id="24" name="Flowchart: Connector 23"/>
          <p:cNvSpPr/>
          <p:nvPr/>
        </p:nvSpPr>
        <p:spPr>
          <a:xfrm>
            <a:off x="6873426" y="387424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7309277" y="3139282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Flowchart: Connector 28"/>
          <p:cNvSpPr/>
          <p:nvPr/>
        </p:nvSpPr>
        <p:spPr>
          <a:xfrm>
            <a:off x="9232802" y="390516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30" name="Straight Arrow Connector 29"/>
          <p:cNvCxnSpPr>
            <a:stCxn id="29" idx="3"/>
            <a:endCxn id="22" idx="0"/>
          </p:cNvCxnSpPr>
          <p:nvPr/>
        </p:nvCxnSpPr>
        <p:spPr>
          <a:xfrm flipH="1">
            <a:off x="8683590" y="4381296"/>
            <a:ext cx="637702" cy="930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Flowchart: Connector 31"/>
          <p:cNvSpPr/>
          <p:nvPr/>
        </p:nvSpPr>
        <p:spPr>
          <a:xfrm>
            <a:off x="7777216" y="266314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33" name="Flowchart: Connector 32"/>
          <p:cNvSpPr/>
          <p:nvPr/>
        </p:nvSpPr>
        <p:spPr>
          <a:xfrm>
            <a:off x="8813842" y="130164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38" name="Flowchart: Connector 37"/>
          <p:cNvSpPr/>
          <p:nvPr/>
        </p:nvSpPr>
        <p:spPr>
          <a:xfrm>
            <a:off x="10582759" y="3916053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Flowchart: Connector 39"/>
          <p:cNvSpPr/>
          <p:nvPr/>
        </p:nvSpPr>
        <p:spPr>
          <a:xfrm>
            <a:off x="10664418" y="3986292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2" grpId="0" animBg="1"/>
      <p:bldP spid="24" grpId="0" animBg="1"/>
      <p:bldP spid="29" grpId="0" animBg="1"/>
      <p:bldP spid="32" grpId="0" animBg="1"/>
      <p:bldP spid="33" grpId="0" animBg="1"/>
      <p:bldP spid="38" grpId="0" animBg="1"/>
      <p:bldP spid="4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49502" y="176981"/>
            <a:ext cx="2478478" cy="874636"/>
          </a:xfrm>
        </p:spPr>
        <p:txBody>
          <a:bodyPr/>
          <a:lstStyle/>
          <a:p>
            <a:r>
              <a:rPr lang="en-GB" dirty="0"/>
              <a:t>Delete 90</a:t>
            </a:r>
            <a:endParaRPr lang="en-IN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493043" y="3129570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93770" y="2741806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Case 6</a:t>
            </a:r>
            <a:endParaRPr lang="en-IN" dirty="0"/>
          </a:p>
        </p:txBody>
      </p:sp>
      <p:cxnSp>
        <p:nvCxnSpPr>
          <p:cNvPr id="2" name="Straight Arrow Connector 1"/>
          <p:cNvCxnSpPr>
            <a:stCxn id="33" idx="3"/>
          </p:cNvCxnSpPr>
          <p:nvPr/>
        </p:nvCxnSpPr>
        <p:spPr>
          <a:xfrm flipH="1">
            <a:off x="1506227" y="1610627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33" idx="5"/>
            <a:endCxn id="6" idx="1"/>
          </p:cNvCxnSpPr>
          <p:nvPr/>
        </p:nvCxnSpPr>
        <p:spPr>
          <a:xfrm>
            <a:off x="2635636" y="1610627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3709597" y="2972133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Flowchart: Connector 5"/>
          <p:cNvSpPr/>
          <p:nvPr/>
        </p:nvSpPr>
        <p:spPr>
          <a:xfrm>
            <a:off x="3255764" y="249599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21" name="Straight Arrow Connector 20"/>
          <p:cNvCxnSpPr>
            <a:stCxn id="6" idx="3"/>
          </p:cNvCxnSpPr>
          <p:nvPr/>
        </p:nvCxnSpPr>
        <p:spPr>
          <a:xfrm flipH="1">
            <a:off x="2838479" y="2972133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Flowchart: Connector 21"/>
          <p:cNvSpPr/>
          <p:nvPr/>
        </p:nvSpPr>
        <p:spPr>
          <a:xfrm>
            <a:off x="1687500" y="514483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sp>
        <p:nvSpPr>
          <p:cNvPr id="24" name="Flowchart: Connector 23"/>
          <p:cNvSpPr/>
          <p:nvPr/>
        </p:nvSpPr>
        <p:spPr>
          <a:xfrm>
            <a:off x="179461" y="370709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615312" y="2972133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Flowchart: Connector 28"/>
          <p:cNvSpPr/>
          <p:nvPr/>
        </p:nvSpPr>
        <p:spPr>
          <a:xfrm>
            <a:off x="2538837" y="3738012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30" name="Straight Arrow Connector 29"/>
          <p:cNvCxnSpPr>
            <a:stCxn id="29" idx="3"/>
            <a:endCxn id="22" idx="0"/>
          </p:cNvCxnSpPr>
          <p:nvPr/>
        </p:nvCxnSpPr>
        <p:spPr>
          <a:xfrm flipH="1">
            <a:off x="1989625" y="4214147"/>
            <a:ext cx="637702" cy="930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Flowchart: Connector 31"/>
          <p:cNvSpPr/>
          <p:nvPr/>
        </p:nvSpPr>
        <p:spPr>
          <a:xfrm>
            <a:off x="1083251" y="249599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33" name="Flowchart: Connector 32"/>
          <p:cNvSpPr/>
          <p:nvPr/>
        </p:nvSpPr>
        <p:spPr>
          <a:xfrm>
            <a:off x="2119877" y="113449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38" name="Flowchart: Connector 37"/>
          <p:cNvSpPr/>
          <p:nvPr/>
        </p:nvSpPr>
        <p:spPr>
          <a:xfrm>
            <a:off x="3888794" y="3748904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Flowchart: Connector 39"/>
          <p:cNvSpPr/>
          <p:nvPr/>
        </p:nvSpPr>
        <p:spPr>
          <a:xfrm>
            <a:off x="3970453" y="3819143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  <p:cxnSp>
        <p:nvCxnSpPr>
          <p:cNvPr id="16" name="Straight Arrow Connector 15"/>
          <p:cNvCxnSpPr>
            <a:stCxn id="41" idx="3"/>
          </p:cNvCxnSpPr>
          <p:nvPr/>
        </p:nvCxnSpPr>
        <p:spPr>
          <a:xfrm flipH="1">
            <a:off x="7815136" y="1610627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41" idx="5"/>
            <a:endCxn id="26" idx="1"/>
          </p:cNvCxnSpPr>
          <p:nvPr/>
        </p:nvCxnSpPr>
        <p:spPr>
          <a:xfrm>
            <a:off x="8944545" y="1610627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0018506" y="2972133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Flowchart: Connector 25"/>
          <p:cNvSpPr/>
          <p:nvPr/>
        </p:nvSpPr>
        <p:spPr>
          <a:xfrm>
            <a:off x="9564673" y="249599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28" name="Straight Arrow Connector 27"/>
          <p:cNvCxnSpPr>
            <a:stCxn id="26" idx="3"/>
          </p:cNvCxnSpPr>
          <p:nvPr/>
        </p:nvCxnSpPr>
        <p:spPr>
          <a:xfrm flipH="1">
            <a:off x="9147388" y="2972133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Flowchart: Connector 30"/>
          <p:cNvSpPr/>
          <p:nvPr/>
        </p:nvSpPr>
        <p:spPr>
          <a:xfrm>
            <a:off x="8818827" y="372933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sp>
        <p:nvSpPr>
          <p:cNvPr id="34" name="Flowchart: Connector 33"/>
          <p:cNvSpPr/>
          <p:nvPr/>
        </p:nvSpPr>
        <p:spPr>
          <a:xfrm>
            <a:off x="6488370" y="370709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6924221" y="2972133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Flowchart: Connector 35"/>
          <p:cNvSpPr/>
          <p:nvPr/>
        </p:nvSpPr>
        <p:spPr>
          <a:xfrm>
            <a:off x="10257783" y="373801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10685040" y="4236491"/>
            <a:ext cx="637818" cy="1117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Flowchart: Connector 38"/>
          <p:cNvSpPr/>
          <p:nvPr/>
        </p:nvSpPr>
        <p:spPr>
          <a:xfrm>
            <a:off x="7392160" y="249599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41" name="Flowchart: Connector 40"/>
          <p:cNvSpPr/>
          <p:nvPr/>
        </p:nvSpPr>
        <p:spPr>
          <a:xfrm>
            <a:off x="8428786" y="113449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42" name="Flowchart: Connector 41"/>
          <p:cNvSpPr/>
          <p:nvPr/>
        </p:nvSpPr>
        <p:spPr>
          <a:xfrm>
            <a:off x="11020733" y="5353511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Flowchart: Connector 42"/>
          <p:cNvSpPr/>
          <p:nvPr/>
        </p:nvSpPr>
        <p:spPr>
          <a:xfrm>
            <a:off x="11102392" y="5423750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1" grpId="0" animBg="1"/>
      <p:bldP spid="34" grpId="0" animBg="1"/>
      <p:bldP spid="36" grpId="0" animBg="1"/>
      <p:bldP spid="39" grpId="0" animBg="1"/>
      <p:bldP spid="41" grpId="0" animBg="1"/>
      <p:bldP spid="42" grpId="0" animBg="1"/>
      <p:bldP spid="4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49502" y="176981"/>
            <a:ext cx="2478478" cy="874636"/>
          </a:xfrm>
        </p:spPr>
        <p:txBody>
          <a:bodyPr/>
          <a:lstStyle/>
          <a:p>
            <a:r>
              <a:rPr lang="en-GB" dirty="0"/>
              <a:t>Delete 90</a:t>
            </a:r>
            <a:endParaRPr lang="en-IN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493043" y="3129570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93770" y="2741806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Case 6</a:t>
            </a:r>
            <a:endParaRPr lang="en-IN" dirty="0"/>
          </a:p>
        </p:txBody>
      </p:sp>
      <p:cxnSp>
        <p:nvCxnSpPr>
          <p:cNvPr id="16" name="Straight Arrow Connector 15"/>
          <p:cNvCxnSpPr>
            <a:stCxn id="41" idx="3"/>
          </p:cNvCxnSpPr>
          <p:nvPr/>
        </p:nvCxnSpPr>
        <p:spPr>
          <a:xfrm flipH="1">
            <a:off x="1473329" y="1527752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41" idx="5"/>
            <a:endCxn id="26" idx="1"/>
          </p:cNvCxnSpPr>
          <p:nvPr/>
        </p:nvCxnSpPr>
        <p:spPr>
          <a:xfrm>
            <a:off x="2602738" y="1527752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676699" y="2889258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Flowchart: Connector 25"/>
          <p:cNvSpPr/>
          <p:nvPr/>
        </p:nvSpPr>
        <p:spPr>
          <a:xfrm>
            <a:off x="3222866" y="2413123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28" name="Straight Arrow Connector 27"/>
          <p:cNvCxnSpPr>
            <a:stCxn id="26" idx="3"/>
          </p:cNvCxnSpPr>
          <p:nvPr/>
        </p:nvCxnSpPr>
        <p:spPr>
          <a:xfrm flipH="1">
            <a:off x="2805581" y="2889258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Flowchart: Connector 30"/>
          <p:cNvSpPr/>
          <p:nvPr/>
        </p:nvSpPr>
        <p:spPr>
          <a:xfrm>
            <a:off x="2477020" y="364645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sp>
        <p:nvSpPr>
          <p:cNvPr id="34" name="Flowchart: Connector 33"/>
          <p:cNvSpPr/>
          <p:nvPr/>
        </p:nvSpPr>
        <p:spPr>
          <a:xfrm>
            <a:off x="146563" y="362422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582414" y="2889258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Flowchart: Connector 35"/>
          <p:cNvSpPr/>
          <p:nvPr/>
        </p:nvSpPr>
        <p:spPr>
          <a:xfrm>
            <a:off x="3915976" y="365513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4343233" y="4153616"/>
            <a:ext cx="637818" cy="1117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Flowchart: Connector 38"/>
          <p:cNvSpPr/>
          <p:nvPr/>
        </p:nvSpPr>
        <p:spPr>
          <a:xfrm>
            <a:off x="1050353" y="241312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41" name="Flowchart: Connector 40"/>
          <p:cNvSpPr/>
          <p:nvPr/>
        </p:nvSpPr>
        <p:spPr>
          <a:xfrm>
            <a:off x="2086979" y="105161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sp>
        <p:nvSpPr>
          <p:cNvPr id="42" name="Flowchart: Connector 41"/>
          <p:cNvSpPr/>
          <p:nvPr/>
        </p:nvSpPr>
        <p:spPr>
          <a:xfrm>
            <a:off x="4678926" y="5270636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Flowchart: Connector 42"/>
          <p:cNvSpPr/>
          <p:nvPr/>
        </p:nvSpPr>
        <p:spPr>
          <a:xfrm>
            <a:off x="4760585" y="5340875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  <p:cxnSp>
        <p:nvCxnSpPr>
          <p:cNvPr id="7" name="Straight Arrow Connector 6"/>
          <p:cNvCxnSpPr>
            <a:stCxn id="19" idx="3"/>
          </p:cNvCxnSpPr>
          <p:nvPr/>
        </p:nvCxnSpPr>
        <p:spPr>
          <a:xfrm flipH="1">
            <a:off x="7751237" y="1527752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9" idx="5"/>
            <a:endCxn id="10" idx="1"/>
          </p:cNvCxnSpPr>
          <p:nvPr/>
        </p:nvCxnSpPr>
        <p:spPr>
          <a:xfrm>
            <a:off x="8880646" y="1527752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9954607" y="2889258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Connector 9"/>
          <p:cNvSpPr/>
          <p:nvPr/>
        </p:nvSpPr>
        <p:spPr>
          <a:xfrm>
            <a:off x="9500774" y="2413123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11" name="Straight Arrow Connector 10"/>
          <p:cNvCxnSpPr>
            <a:stCxn id="10" idx="3"/>
          </p:cNvCxnSpPr>
          <p:nvPr/>
        </p:nvCxnSpPr>
        <p:spPr>
          <a:xfrm flipH="1">
            <a:off x="9083489" y="2889258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Flowchart: Connector 11"/>
          <p:cNvSpPr/>
          <p:nvPr/>
        </p:nvSpPr>
        <p:spPr>
          <a:xfrm>
            <a:off x="8754928" y="364645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sp>
        <p:nvSpPr>
          <p:cNvPr id="13" name="Flowchart: Connector 12"/>
          <p:cNvSpPr/>
          <p:nvPr/>
        </p:nvSpPr>
        <p:spPr>
          <a:xfrm>
            <a:off x="6424471" y="362422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6860322" y="2889258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Flowchart: Connector 16"/>
          <p:cNvSpPr/>
          <p:nvPr/>
        </p:nvSpPr>
        <p:spPr>
          <a:xfrm>
            <a:off x="10193884" y="365513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18" name="Flowchart: Connector 17"/>
          <p:cNvSpPr/>
          <p:nvPr/>
        </p:nvSpPr>
        <p:spPr>
          <a:xfrm>
            <a:off x="7328261" y="241312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19" name="Flowchart: Connector 18"/>
          <p:cNvSpPr/>
          <p:nvPr/>
        </p:nvSpPr>
        <p:spPr>
          <a:xfrm>
            <a:off x="8364887" y="105161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49502" y="176981"/>
            <a:ext cx="2478478" cy="874636"/>
          </a:xfrm>
        </p:spPr>
        <p:txBody>
          <a:bodyPr/>
          <a:lstStyle/>
          <a:p>
            <a:r>
              <a:rPr lang="en-GB" dirty="0"/>
              <a:t>Delete 40</a:t>
            </a:r>
            <a:endParaRPr lang="en-IN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321472" y="2431555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62804" y="2062223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BST Deletion</a:t>
            </a:r>
            <a:endParaRPr lang="en-IN" dirty="0"/>
          </a:p>
        </p:txBody>
      </p:sp>
      <p:cxnSp>
        <p:nvCxnSpPr>
          <p:cNvPr id="7" name="Straight Arrow Connector 6"/>
          <p:cNvCxnSpPr>
            <a:stCxn id="19" idx="3"/>
          </p:cNvCxnSpPr>
          <p:nvPr/>
        </p:nvCxnSpPr>
        <p:spPr>
          <a:xfrm flipH="1">
            <a:off x="1615908" y="1527752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9" idx="5"/>
            <a:endCxn id="10" idx="1"/>
          </p:cNvCxnSpPr>
          <p:nvPr/>
        </p:nvCxnSpPr>
        <p:spPr>
          <a:xfrm>
            <a:off x="2745317" y="1527752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819278" y="2889258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Connector 9"/>
          <p:cNvSpPr/>
          <p:nvPr/>
        </p:nvSpPr>
        <p:spPr>
          <a:xfrm>
            <a:off x="3365445" y="2413123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11" name="Straight Arrow Connector 10"/>
          <p:cNvCxnSpPr>
            <a:stCxn id="10" idx="3"/>
          </p:cNvCxnSpPr>
          <p:nvPr/>
        </p:nvCxnSpPr>
        <p:spPr>
          <a:xfrm flipH="1">
            <a:off x="2948160" y="2889258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Flowchart: Connector 11"/>
          <p:cNvSpPr/>
          <p:nvPr/>
        </p:nvSpPr>
        <p:spPr>
          <a:xfrm>
            <a:off x="2619599" y="364645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sp>
        <p:nvSpPr>
          <p:cNvPr id="13" name="Flowchart: Connector 12"/>
          <p:cNvSpPr/>
          <p:nvPr/>
        </p:nvSpPr>
        <p:spPr>
          <a:xfrm>
            <a:off x="289142" y="362422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724993" y="2889258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Flowchart: Connector 16"/>
          <p:cNvSpPr/>
          <p:nvPr/>
        </p:nvSpPr>
        <p:spPr>
          <a:xfrm>
            <a:off x="4058555" y="365513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18" name="Flowchart: Connector 17"/>
          <p:cNvSpPr/>
          <p:nvPr/>
        </p:nvSpPr>
        <p:spPr>
          <a:xfrm>
            <a:off x="1192932" y="241312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19" name="Flowchart: Connector 18"/>
          <p:cNvSpPr/>
          <p:nvPr/>
        </p:nvSpPr>
        <p:spPr>
          <a:xfrm>
            <a:off x="2229558" y="105161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</a:t>
            </a:r>
            <a:endParaRPr lang="en-IN" dirty="0"/>
          </a:p>
        </p:txBody>
      </p:sp>
      <p:cxnSp>
        <p:nvCxnSpPr>
          <p:cNvPr id="2" name="Straight Arrow Connector 1"/>
          <p:cNvCxnSpPr>
            <a:stCxn id="30" idx="3"/>
          </p:cNvCxnSpPr>
          <p:nvPr/>
        </p:nvCxnSpPr>
        <p:spPr>
          <a:xfrm flipH="1">
            <a:off x="7924408" y="1546184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30" idx="5"/>
            <a:endCxn id="6" idx="1"/>
          </p:cNvCxnSpPr>
          <p:nvPr/>
        </p:nvCxnSpPr>
        <p:spPr>
          <a:xfrm>
            <a:off x="9053817" y="1546184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0127778" y="2907690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Flowchart: Connector 5"/>
          <p:cNvSpPr/>
          <p:nvPr/>
        </p:nvSpPr>
        <p:spPr>
          <a:xfrm>
            <a:off x="9673945" y="243155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20" name="Straight Arrow Connector 19"/>
          <p:cNvCxnSpPr>
            <a:stCxn id="6" idx="3"/>
          </p:cNvCxnSpPr>
          <p:nvPr/>
        </p:nvCxnSpPr>
        <p:spPr>
          <a:xfrm flipH="1">
            <a:off x="9256660" y="2907690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Flowchart: Connector 20"/>
          <p:cNvSpPr/>
          <p:nvPr/>
        </p:nvSpPr>
        <p:spPr>
          <a:xfrm>
            <a:off x="8928099" y="366488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sp>
        <p:nvSpPr>
          <p:cNvPr id="22" name="Flowchart: Connector 21"/>
          <p:cNvSpPr/>
          <p:nvPr/>
        </p:nvSpPr>
        <p:spPr>
          <a:xfrm>
            <a:off x="6597642" y="364265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7033493" y="2907690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lowchart: Connector 26"/>
          <p:cNvSpPr/>
          <p:nvPr/>
        </p:nvSpPr>
        <p:spPr>
          <a:xfrm>
            <a:off x="10367055" y="367356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29" name="Flowchart: Connector 28"/>
          <p:cNvSpPr/>
          <p:nvPr/>
        </p:nvSpPr>
        <p:spPr>
          <a:xfrm>
            <a:off x="7501432" y="243155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30" name="Flowchart: Connector 29"/>
          <p:cNvSpPr/>
          <p:nvPr/>
        </p:nvSpPr>
        <p:spPr>
          <a:xfrm>
            <a:off x="8538058" y="107004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1" grpId="0" animBg="1"/>
      <p:bldP spid="22" grpId="0" animBg="1"/>
      <p:bldP spid="27" grpId="0" animBg="1"/>
      <p:bldP spid="29" grpId="0" animBg="1"/>
      <p:bldP spid="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49502" y="176981"/>
            <a:ext cx="2478478" cy="874636"/>
          </a:xfrm>
        </p:spPr>
        <p:txBody>
          <a:bodyPr/>
          <a:lstStyle/>
          <a:p>
            <a:r>
              <a:rPr lang="en-GB" dirty="0"/>
              <a:t>Delete 60</a:t>
            </a:r>
            <a:endParaRPr lang="en-IN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321472" y="2431555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29899" y="2062223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Case 3</a:t>
            </a:r>
            <a:endParaRPr lang="en-IN" dirty="0"/>
          </a:p>
        </p:txBody>
      </p:sp>
      <p:cxnSp>
        <p:nvCxnSpPr>
          <p:cNvPr id="2" name="Straight Arrow Connector 1"/>
          <p:cNvCxnSpPr>
            <a:stCxn id="30" idx="3"/>
          </p:cNvCxnSpPr>
          <p:nvPr/>
        </p:nvCxnSpPr>
        <p:spPr>
          <a:xfrm flipH="1">
            <a:off x="1523608" y="1527752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30" idx="5"/>
            <a:endCxn id="6" idx="1"/>
          </p:cNvCxnSpPr>
          <p:nvPr/>
        </p:nvCxnSpPr>
        <p:spPr>
          <a:xfrm>
            <a:off x="2653017" y="1527752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3726978" y="2889258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Flowchart: Connector 5"/>
          <p:cNvSpPr/>
          <p:nvPr/>
        </p:nvSpPr>
        <p:spPr>
          <a:xfrm>
            <a:off x="3273145" y="2413123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20" name="Straight Arrow Connector 19"/>
          <p:cNvCxnSpPr>
            <a:stCxn id="6" idx="3"/>
          </p:cNvCxnSpPr>
          <p:nvPr/>
        </p:nvCxnSpPr>
        <p:spPr>
          <a:xfrm flipH="1">
            <a:off x="2855860" y="2889258"/>
            <a:ext cx="505775" cy="75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Flowchart: Connector 21"/>
          <p:cNvSpPr/>
          <p:nvPr/>
        </p:nvSpPr>
        <p:spPr>
          <a:xfrm>
            <a:off x="196842" y="362422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632693" y="2889258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lowchart: Connector 26"/>
          <p:cNvSpPr/>
          <p:nvPr/>
        </p:nvSpPr>
        <p:spPr>
          <a:xfrm>
            <a:off x="3966255" y="3655136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29" name="Flowchart: Connector 28"/>
          <p:cNvSpPr/>
          <p:nvPr/>
        </p:nvSpPr>
        <p:spPr>
          <a:xfrm>
            <a:off x="1100632" y="241312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30" name="Flowchart: Connector 29"/>
          <p:cNvSpPr/>
          <p:nvPr/>
        </p:nvSpPr>
        <p:spPr>
          <a:xfrm>
            <a:off x="2137258" y="105161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sp>
        <p:nvSpPr>
          <p:cNvPr id="16" name="Flowchart: Connector 15"/>
          <p:cNvSpPr/>
          <p:nvPr/>
        </p:nvSpPr>
        <p:spPr>
          <a:xfrm>
            <a:off x="2545491" y="3655136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Flowchart: Connector 22"/>
          <p:cNvSpPr/>
          <p:nvPr/>
        </p:nvSpPr>
        <p:spPr>
          <a:xfrm>
            <a:off x="2627150" y="3725375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  <p:cxnSp>
        <p:nvCxnSpPr>
          <p:cNvPr id="25" name="Straight Arrow Connector 24"/>
          <p:cNvCxnSpPr>
            <a:stCxn id="37" idx="3"/>
          </p:cNvCxnSpPr>
          <p:nvPr/>
        </p:nvCxnSpPr>
        <p:spPr>
          <a:xfrm flipH="1">
            <a:off x="7808482" y="1527752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37" idx="5"/>
            <a:endCxn id="31" idx="1"/>
          </p:cNvCxnSpPr>
          <p:nvPr/>
        </p:nvCxnSpPr>
        <p:spPr>
          <a:xfrm>
            <a:off x="8937891" y="1527752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0011852" y="2889258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Flowchart: Connector 30"/>
          <p:cNvSpPr/>
          <p:nvPr/>
        </p:nvSpPr>
        <p:spPr>
          <a:xfrm>
            <a:off x="9558019" y="2413123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33" name="Flowchart: Connector 32"/>
          <p:cNvSpPr/>
          <p:nvPr/>
        </p:nvSpPr>
        <p:spPr>
          <a:xfrm>
            <a:off x="6481716" y="362422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6917567" y="2889258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Flowchart: Connector 34"/>
          <p:cNvSpPr/>
          <p:nvPr/>
        </p:nvSpPr>
        <p:spPr>
          <a:xfrm>
            <a:off x="10251129" y="365513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36" name="Flowchart: Connector 35"/>
          <p:cNvSpPr/>
          <p:nvPr/>
        </p:nvSpPr>
        <p:spPr>
          <a:xfrm>
            <a:off x="7385506" y="241312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37" name="Flowchart: Connector 36"/>
          <p:cNvSpPr/>
          <p:nvPr/>
        </p:nvSpPr>
        <p:spPr>
          <a:xfrm>
            <a:off x="8422132" y="105161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  <p:bldP spid="35" grpId="0" animBg="1"/>
      <p:bldP spid="36" grpId="0" animBg="1"/>
      <p:bldP spid="3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49502" y="176981"/>
            <a:ext cx="2478478" cy="874636"/>
          </a:xfrm>
        </p:spPr>
        <p:txBody>
          <a:bodyPr/>
          <a:lstStyle/>
          <a:p>
            <a:r>
              <a:rPr lang="en-GB" dirty="0"/>
              <a:t>Delete 60</a:t>
            </a:r>
            <a:endParaRPr lang="en-IN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426825" y="2893671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16712" y="2441939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Case 3</a:t>
            </a:r>
            <a:endParaRPr lang="en-IN" dirty="0"/>
          </a:p>
        </p:txBody>
      </p:sp>
      <p:cxnSp>
        <p:nvCxnSpPr>
          <p:cNvPr id="25" name="Straight Arrow Connector 24"/>
          <p:cNvCxnSpPr>
            <a:stCxn id="37" idx="3"/>
          </p:cNvCxnSpPr>
          <p:nvPr/>
        </p:nvCxnSpPr>
        <p:spPr>
          <a:xfrm flipH="1">
            <a:off x="1523080" y="1741234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37" idx="5"/>
            <a:endCxn id="31" idx="1"/>
          </p:cNvCxnSpPr>
          <p:nvPr/>
        </p:nvCxnSpPr>
        <p:spPr>
          <a:xfrm>
            <a:off x="2652489" y="1741234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726450" y="3102740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Flowchart: Connector 30"/>
          <p:cNvSpPr/>
          <p:nvPr/>
        </p:nvSpPr>
        <p:spPr>
          <a:xfrm>
            <a:off x="3272617" y="262660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33" name="Flowchart: Connector 32"/>
          <p:cNvSpPr/>
          <p:nvPr/>
        </p:nvSpPr>
        <p:spPr>
          <a:xfrm>
            <a:off x="196314" y="383770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632165" y="3102740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Flowchart: Connector 34"/>
          <p:cNvSpPr/>
          <p:nvPr/>
        </p:nvSpPr>
        <p:spPr>
          <a:xfrm>
            <a:off x="3965727" y="386861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36" name="Flowchart: Connector 35"/>
          <p:cNvSpPr/>
          <p:nvPr/>
        </p:nvSpPr>
        <p:spPr>
          <a:xfrm>
            <a:off x="1100104" y="262660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37" name="Flowchart: Connector 36"/>
          <p:cNvSpPr/>
          <p:nvPr/>
        </p:nvSpPr>
        <p:spPr>
          <a:xfrm>
            <a:off x="2136730" y="126509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7" name="Straight Arrow Connector 6"/>
          <p:cNvCxnSpPr>
            <a:stCxn id="17" idx="3"/>
          </p:cNvCxnSpPr>
          <p:nvPr/>
        </p:nvCxnSpPr>
        <p:spPr>
          <a:xfrm flipH="1">
            <a:off x="8321612" y="1741234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7" idx="5"/>
            <a:endCxn id="10" idx="1"/>
          </p:cNvCxnSpPr>
          <p:nvPr/>
        </p:nvCxnSpPr>
        <p:spPr>
          <a:xfrm>
            <a:off x="9451021" y="1741234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0524982" y="3102740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Connector 9"/>
          <p:cNvSpPr/>
          <p:nvPr/>
        </p:nvSpPr>
        <p:spPr>
          <a:xfrm>
            <a:off x="10071149" y="262660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11" name="Flowchart: Connector 10"/>
          <p:cNvSpPr/>
          <p:nvPr/>
        </p:nvSpPr>
        <p:spPr>
          <a:xfrm>
            <a:off x="6994846" y="383770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7430697" y="3102740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Flowchart: Connector 12"/>
          <p:cNvSpPr/>
          <p:nvPr/>
        </p:nvSpPr>
        <p:spPr>
          <a:xfrm>
            <a:off x="10764259" y="386861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14" name="Flowchart: Connector 13"/>
          <p:cNvSpPr/>
          <p:nvPr/>
        </p:nvSpPr>
        <p:spPr>
          <a:xfrm>
            <a:off x="7898636" y="262660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17" name="Flowchart: Connector 16"/>
          <p:cNvSpPr/>
          <p:nvPr/>
        </p:nvSpPr>
        <p:spPr>
          <a:xfrm>
            <a:off x="8935262" y="126509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49502" y="176981"/>
            <a:ext cx="2478478" cy="874636"/>
          </a:xfrm>
        </p:spPr>
        <p:txBody>
          <a:bodyPr/>
          <a:lstStyle/>
          <a:p>
            <a:r>
              <a:rPr lang="en-GB" dirty="0"/>
              <a:t>Delete 60</a:t>
            </a:r>
            <a:endParaRPr lang="en-IN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426825" y="2893671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71636" y="2523631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BST Deletion</a:t>
            </a:r>
            <a:endParaRPr lang="en-IN" dirty="0"/>
          </a:p>
        </p:txBody>
      </p:sp>
      <p:cxnSp>
        <p:nvCxnSpPr>
          <p:cNvPr id="25" name="Straight Arrow Connector 24"/>
          <p:cNvCxnSpPr>
            <a:stCxn id="37" idx="3"/>
          </p:cNvCxnSpPr>
          <p:nvPr/>
        </p:nvCxnSpPr>
        <p:spPr>
          <a:xfrm flipH="1">
            <a:off x="1523080" y="1741234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37" idx="5"/>
            <a:endCxn id="31" idx="1"/>
          </p:cNvCxnSpPr>
          <p:nvPr/>
        </p:nvCxnSpPr>
        <p:spPr>
          <a:xfrm>
            <a:off x="2652489" y="1741234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726450" y="3102740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Flowchart: Connector 30"/>
          <p:cNvSpPr/>
          <p:nvPr/>
        </p:nvSpPr>
        <p:spPr>
          <a:xfrm>
            <a:off x="3272617" y="262660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33" name="Flowchart: Connector 32"/>
          <p:cNvSpPr/>
          <p:nvPr/>
        </p:nvSpPr>
        <p:spPr>
          <a:xfrm>
            <a:off x="196314" y="383770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632165" y="3102740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Flowchart: Connector 34"/>
          <p:cNvSpPr/>
          <p:nvPr/>
        </p:nvSpPr>
        <p:spPr>
          <a:xfrm>
            <a:off x="3965727" y="386861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36" name="Flowchart: Connector 35"/>
          <p:cNvSpPr/>
          <p:nvPr/>
        </p:nvSpPr>
        <p:spPr>
          <a:xfrm>
            <a:off x="1100104" y="262660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37" name="Flowchart: Connector 36"/>
          <p:cNvSpPr/>
          <p:nvPr/>
        </p:nvSpPr>
        <p:spPr>
          <a:xfrm>
            <a:off x="2136730" y="126509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  <a:endParaRPr lang="en-IN" dirty="0"/>
          </a:p>
        </p:txBody>
      </p:sp>
      <p:cxnSp>
        <p:nvCxnSpPr>
          <p:cNvPr id="7" name="Straight Arrow Connector 6"/>
          <p:cNvCxnSpPr>
            <a:stCxn id="17" idx="3"/>
          </p:cNvCxnSpPr>
          <p:nvPr/>
        </p:nvCxnSpPr>
        <p:spPr>
          <a:xfrm flipH="1">
            <a:off x="8321612" y="1741234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7" idx="5"/>
            <a:endCxn id="10" idx="1"/>
          </p:cNvCxnSpPr>
          <p:nvPr/>
        </p:nvCxnSpPr>
        <p:spPr>
          <a:xfrm>
            <a:off x="9451021" y="1741234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0524982" y="3102740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Connector 9"/>
          <p:cNvSpPr/>
          <p:nvPr/>
        </p:nvSpPr>
        <p:spPr>
          <a:xfrm>
            <a:off x="10071149" y="262660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11" name="Flowchart: Connector 10"/>
          <p:cNvSpPr/>
          <p:nvPr/>
        </p:nvSpPr>
        <p:spPr>
          <a:xfrm>
            <a:off x="6994846" y="383770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7430697" y="3102740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Flowchart: Connector 12"/>
          <p:cNvSpPr/>
          <p:nvPr/>
        </p:nvSpPr>
        <p:spPr>
          <a:xfrm>
            <a:off x="10764259" y="386861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14" name="Flowchart: Connector 13"/>
          <p:cNvSpPr/>
          <p:nvPr/>
        </p:nvSpPr>
        <p:spPr>
          <a:xfrm>
            <a:off x="7898636" y="262660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17" name="Flowchart: Connector 16"/>
          <p:cNvSpPr/>
          <p:nvPr/>
        </p:nvSpPr>
        <p:spPr>
          <a:xfrm>
            <a:off x="8935262" y="126509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334652" y="66007"/>
            <a:ext cx="4853492" cy="874636"/>
          </a:xfrm>
        </p:spPr>
        <p:txBody>
          <a:bodyPr>
            <a:normAutofit fontScale="90000"/>
          </a:bodyPr>
          <a:lstStyle/>
          <a:p>
            <a:r>
              <a:rPr lang="en-GB" dirty="0"/>
              <a:t>Delete 70(internal node)</a:t>
            </a:r>
            <a:endParaRPr lang="en-IN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426825" y="2893671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71636" y="2523631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BST Deletion</a:t>
            </a:r>
            <a:endParaRPr lang="en-IN" dirty="0"/>
          </a:p>
        </p:txBody>
      </p:sp>
      <p:cxnSp>
        <p:nvCxnSpPr>
          <p:cNvPr id="7" name="Straight Arrow Connector 6"/>
          <p:cNvCxnSpPr>
            <a:stCxn id="17" idx="3"/>
          </p:cNvCxnSpPr>
          <p:nvPr/>
        </p:nvCxnSpPr>
        <p:spPr>
          <a:xfrm flipH="1">
            <a:off x="1496625" y="1751066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7" idx="5"/>
            <a:endCxn id="10" idx="1"/>
          </p:cNvCxnSpPr>
          <p:nvPr/>
        </p:nvCxnSpPr>
        <p:spPr>
          <a:xfrm>
            <a:off x="2626034" y="1751066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699995" y="3112572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Connector 9"/>
          <p:cNvSpPr/>
          <p:nvPr/>
        </p:nvSpPr>
        <p:spPr>
          <a:xfrm>
            <a:off x="3246162" y="263643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sp>
        <p:nvSpPr>
          <p:cNvPr id="11" name="Flowchart: Connector 10"/>
          <p:cNvSpPr/>
          <p:nvPr/>
        </p:nvSpPr>
        <p:spPr>
          <a:xfrm>
            <a:off x="169859" y="384753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605710" y="3112572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Flowchart: Connector 12"/>
          <p:cNvSpPr/>
          <p:nvPr/>
        </p:nvSpPr>
        <p:spPr>
          <a:xfrm>
            <a:off x="3939272" y="387845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14" name="Flowchart: Connector 13"/>
          <p:cNvSpPr/>
          <p:nvPr/>
        </p:nvSpPr>
        <p:spPr>
          <a:xfrm>
            <a:off x="1073649" y="263643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17" name="Flowchart: Connector 16"/>
          <p:cNvSpPr/>
          <p:nvPr/>
        </p:nvSpPr>
        <p:spPr>
          <a:xfrm>
            <a:off x="2110275" y="127493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2" name="Straight Arrow Connector 1"/>
          <p:cNvCxnSpPr>
            <a:stCxn id="21" idx="3"/>
          </p:cNvCxnSpPr>
          <p:nvPr/>
        </p:nvCxnSpPr>
        <p:spPr>
          <a:xfrm flipH="1">
            <a:off x="7884416" y="1752857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21" idx="5"/>
            <a:endCxn id="6" idx="1"/>
          </p:cNvCxnSpPr>
          <p:nvPr/>
        </p:nvCxnSpPr>
        <p:spPr>
          <a:xfrm>
            <a:off x="9013825" y="1752857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0087786" y="3114363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Flowchart: Connector 5"/>
          <p:cNvSpPr/>
          <p:nvPr/>
        </p:nvSpPr>
        <p:spPr>
          <a:xfrm>
            <a:off x="9633953" y="263822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16" name="Flowchart: Connector 15"/>
          <p:cNvSpPr/>
          <p:nvPr/>
        </p:nvSpPr>
        <p:spPr>
          <a:xfrm>
            <a:off x="6557650" y="384932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6993501" y="3114363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Flowchart: Connector 18"/>
          <p:cNvSpPr/>
          <p:nvPr/>
        </p:nvSpPr>
        <p:spPr>
          <a:xfrm>
            <a:off x="10327063" y="3880241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20" name="Flowchart: Connector 19"/>
          <p:cNvSpPr/>
          <p:nvPr/>
        </p:nvSpPr>
        <p:spPr>
          <a:xfrm>
            <a:off x="7461440" y="263822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21" name="Flowchart: Connector 20"/>
          <p:cNvSpPr/>
          <p:nvPr/>
        </p:nvSpPr>
        <p:spPr>
          <a:xfrm>
            <a:off x="8498066" y="127672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19" grpId="0" animBg="1"/>
      <p:bldP spid="20" grpId="0" animBg="1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334652" y="66007"/>
            <a:ext cx="4853492" cy="874636"/>
          </a:xfrm>
        </p:spPr>
        <p:txBody>
          <a:bodyPr>
            <a:normAutofit/>
          </a:bodyPr>
          <a:lstStyle/>
          <a:p>
            <a:r>
              <a:rPr lang="en-GB" dirty="0"/>
              <a:t>Delete 80(leaf node)</a:t>
            </a:r>
            <a:endParaRPr lang="en-IN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426825" y="2893671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99254" y="2524339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Case 1</a:t>
            </a:r>
            <a:endParaRPr lang="en-IN" dirty="0"/>
          </a:p>
        </p:txBody>
      </p:sp>
      <p:cxnSp>
        <p:nvCxnSpPr>
          <p:cNvPr id="7" name="Straight Arrow Connector 6"/>
          <p:cNvCxnSpPr>
            <a:stCxn id="17" idx="3"/>
          </p:cNvCxnSpPr>
          <p:nvPr/>
        </p:nvCxnSpPr>
        <p:spPr>
          <a:xfrm flipH="1">
            <a:off x="1496625" y="1751066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7" idx="5"/>
            <a:endCxn id="10" idx="1"/>
          </p:cNvCxnSpPr>
          <p:nvPr/>
        </p:nvCxnSpPr>
        <p:spPr>
          <a:xfrm>
            <a:off x="2626034" y="1751066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699995" y="3112572"/>
            <a:ext cx="448316" cy="77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Connector 9"/>
          <p:cNvSpPr/>
          <p:nvPr/>
        </p:nvSpPr>
        <p:spPr>
          <a:xfrm>
            <a:off x="3246162" y="263643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11" name="Flowchart: Connector 10"/>
          <p:cNvSpPr/>
          <p:nvPr/>
        </p:nvSpPr>
        <p:spPr>
          <a:xfrm>
            <a:off x="169859" y="3847538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605710" y="3112572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Flowchart: Connector 12"/>
          <p:cNvSpPr/>
          <p:nvPr/>
        </p:nvSpPr>
        <p:spPr>
          <a:xfrm>
            <a:off x="3939272" y="387845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14" name="Flowchart: Connector 13"/>
          <p:cNvSpPr/>
          <p:nvPr/>
        </p:nvSpPr>
        <p:spPr>
          <a:xfrm>
            <a:off x="1073649" y="2636437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17" name="Flowchart: Connector 16"/>
          <p:cNvSpPr/>
          <p:nvPr/>
        </p:nvSpPr>
        <p:spPr>
          <a:xfrm>
            <a:off x="2110275" y="1274931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2" name="Straight Arrow Connector 1"/>
          <p:cNvCxnSpPr>
            <a:stCxn id="21" idx="3"/>
          </p:cNvCxnSpPr>
          <p:nvPr/>
        </p:nvCxnSpPr>
        <p:spPr>
          <a:xfrm flipH="1">
            <a:off x="7884416" y="1752857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21" idx="5"/>
            <a:endCxn id="6" idx="1"/>
          </p:cNvCxnSpPr>
          <p:nvPr/>
        </p:nvCxnSpPr>
        <p:spPr>
          <a:xfrm>
            <a:off x="9013825" y="1752857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Flowchart: Connector 5"/>
          <p:cNvSpPr/>
          <p:nvPr/>
        </p:nvSpPr>
        <p:spPr>
          <a:xfrm>
            <a:off x="9633953" y="263822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16" name="Flowchart: Connector 15"/>
          <p:cNvSpPr/>
          <p:nvPr/>
        </p:nvSpPr>
        <p:spPr>
          <a:xfrm>
            <a:off x="6557650" y="3849329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6993501" y="3114363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Flowchart: Connector 19"/>
          <p:cNvSpPr/>
          <p:nvPr/>
        </p:nvSpPr>
        <p:spPr>
          <a:xfrm>
            <a:off x="7461440" y="263822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21" name="Flowchart: Connector 20"/>
          <p:cNvSpPr/>
          <p:nvPr/>
        </p:nvSpPr>
        <p:spPr>
          <a:xfrm>
            <a:off x="8498066" y="1276722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20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60333" y="73420"/>
            <a:ext cx="4853492" cy="874636"/>
          </a:xfrm>
        </p:spPr>
        <p:txBody>
          <a:bodyPr>
            <a:normAutofit/>
          </a:bodyPr>
          <a:lstStyle/>
          <a:p>
            <a:r>
              <a:rPr lang="en-GB" dirty="0"/>
              <a:t>Delete 70</a:t>
            </a:r>
            <a:endParaRPr lang="en-IN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426825" y="2893671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74790" y="2524339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BST Deletion</a:t>
            </a:r>
            <a:endParaRPr lang="en-IN" dirty="0"/>
          </a:p>
        </p:txBody>
      </p:sp>
      <p:cxnSp>
        <p:nvCxnSpPr>
          <p:cNvPr id="2" name="Straight Arrow Connector 1"/>
          <p:cNvCxnSpPr>
            <a:stCxn id="21" idx="3"/>
          </p:cNvCxnSpPr>
          <p:nvPr/>
        </p:nvCxnSpPr>
        <p:spPr>
          <a:xfrm flipH="1">
            <a:off x="1532778" y="2087154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21" idx="5"/>
            <a:endCxn id="6" idx="1"/>
          </p:cNvCxnSpPr>
          <p:nvPr/>
        </p:nvCxnSpPr>
        <p:spPr>
          <a:xfrm>
            <a:off x="2662187" y="2087154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Flowchart: Connector 5"/>
          <p:cNvSpPr/>
          <p:nvPr/>
        </p:nvSpPr>
        <p:spPr>
          <a:xfrm>
            <a:off x="3282315" y="297252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16" name="Flowchart: Connector 15"/>
          <p:cNvSpPr/>
          <p:nvPr/>
        </p:nvSpPr>
        <p:spPr>
          <a:xfrm>
            <a:off x="206012" y="418362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641863" y="3448660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Flowchart: Connector 19"/>
          <p:cNvSpPr/>
          <p:nvPr/>
        </p:nvSpPr>
        <p:spPr>
          <a:xfrm>
            <a:off x="1109802" y="297252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21" name="Flowchart: Connector 20"/>
          <p:cNvSpPr/>
          <p:nvPr/>
        </p:nvSpPr>
        <p:spPr>
          <a:xfrm>
            <a:off x="2146428" y="161101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5" name="Straight Arrow Connector 4"/>
          <p:cNvCxnSpPr>
            <a:stCxn id="26" idx="3"/>
          </p:cNvCxnSpPr>
          <p:nvPr/>
        </p:nvCxnSpPr>
        <p:spPr>
          <a:xfrm flipH="1">
            <a:off x="7871810" y="2081653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26" idx="5"/>
            <a:endCxn id="22" idx="1"/>
          </p:cNvCxnSpPr>
          <p:nvPr/>
        </p:nvCxnSpPr>
        <p:spPr>
          <a:xfrm>
            <a:off x="9001219" y="2081653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Flowchart: Connector 21"/>
          <p:cNvSpPr/>
          <p:nvPr/>
        </p:nvSpPr>
        <p:spPr>
          <a:xfrm>
            <a:off x="9621347" y="296702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23" name="Flowchart: Connector 22"/>
          <p:cNvSpPr/>
          <p:nvPr/>
        </p:nvSpPr>
        <p:spPr>
          <a:xfrm>
            <a:off x="6545044" y="417812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6980895" y="3443159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Connector 24"/>
          <p:cNvSpPr/>
          <p:nvPr/>
        </p:nvSpPr>
        <p:spPr>
          <a:xfrm>
            <a:off x="7448834" y="296702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26" name="Flowchart: Connector 25"/>
          <p:cNvSpPr/>
          <p:nvPr/>
        </p:nvSpPr>
        <p:spPr>
          <a:xfrm>
            <a:off x="8485460" y="160551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5" grpId="0" animBg="1"/>
      <p:bldP spid="2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370805" y="0"/>
            <a:ext cx="4853492" cy="874636"/>
          </a:xfrm>
        </p:spPr>
        <p:txBody>
          <a:bodyPr>
            <a:normAutofit/>
          </a:bodyPr>
          <a:lstStyle/>
          <a:p>
            <a:r>
              <a:rPr lang="en-GB" dirty="0"/>
              <a:t>Delete 80(leaf node)</a:t>
            </a:r>
            <a:endParaRPr lang="en-IN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426825" y="2893671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74790" y="2524339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BST Deletion</a:t>
            </a:r>
            <a:endParaRPr lang="en-IN" dirty="0"/>
          </a:p>
        </p:txBody>
      </p:sp>
      <p:cxnSp>
        <p:nvCxnSpPr>
          <p:cNvPr id="2" name="Straight Arrow Connector 1"/>
          <p:cNvCxnSpPr>
            <a:stCxn id="21" idx="3"/>
          </p:cNvCxnSpPr>
          <p:nvPr/>
        </p:nvCxnSpPr>
        <p:spPr>
          <a:xfrm flipH="1">
            <a:off x="1532778" y="2087154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21" idx="5"/>
            <a:endCxn id="6" idx="1"/>
          </p:cNvCxnSpPr>
          <p:nvPr/>
        </p:nvCxnSpPr>
        <p:spPr>
          <a:xfrm>
            <a:off x="2662187" y="2087154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Flowchart: Connector 5"/>
          <p:cNvSpPr/>
          <p:nvPr/>
        </p:nvSpPr>
        <p:spPr>
          <a:xfrm>
            <a:off x="3282315" y="297252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16" name="Flowchart: Connector 15"/>
          <p:cNvSpPr/>
          <p:nvPr/>
        </p:nvSpPr>
        <p:spPr>
          <a:xfrm>
            <a:off x="206012" y="4183626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641863" y="3448660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Flowchart: Connector 19"/>
          <p:cNvSpPr/>
          <p:nvPr/>
        </p:nvSpPr>
        <p:spPr>
          <a:xfrm>
            <a:off x="1109802" y="2972525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21" name="Flowchart: Connector 20"/>
          <p:cNvSpPr/>
          <p:nvPr/>
        </p:nvSpPr>
        <p:spPr>
          <a:xfrm>
            <a:off x="2146428" y="161101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70</a:t>
            </a:r>
            <a:endParaRPr lang="en-IN" dirty="0"/>
          </a:p>
        </p:txBody>
      </p:sp>
      <p:cxnSp>
        <p:nvCxnSpPr>
          <p:cNvPr id="5" name="Straight Arrow Connector 4"/>
          <p:cNvCxnSpPr>
            <a:stCxn id="26" idx="3"/>
          </p:cNvCxnSpPr>
          <p:nvPr/>
        </p:nvCxnSpPr>
        <p:spPr>
          <a:xfrm flipH="1">
            <a:off x="7871810" y="2081653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26" idx="5"/>
          </p:cNvCxnSpPr>
          <p:nvPr/>
        </p:nvCxnSpPr>
        <p:spPr>
          <a:xfrm>
            <a:off x="9001219" y="2081653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Flowchart: Connector 22"/>
          <p:cNvSpPr/>
          <p:nvPr/>
        </p:nvSpPr>
        <p:spPr>
          <a:xfrm>
            <a:off x="6545044" y="4178125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6980895" y="3443159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Connector 24"/>
          <p:cNvSpPr/>
          <p:nvPr/>
        </p:nvSpPr>
        <p:spPr>
          <a:xfrm>
            <a:off x="7448834" y="296702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26" name="Flowchart: Connector 25"/>
          <p:cNvSpPr/>
          <p:nvPr/>
        </p:nvSpPr>
        <p:spPr>
          <a:xfrm>
            <a:off x="8485460" y="1605518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7" name="Flowchart: Connector 6"/>
          <p:cNvSpPr/>
          <p:nvPr/>
        </p:nvSpPr>
        <p:spPr>
          <a:xfrm>
            <a:off x="9529813" y="3037264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Flowchart: Connector 7"/>
          <p:cNvSpPr/>
          <p:nvPr/>
        </p:nvSpPr>
        <p:spPr>
          <a:xfrm>
            <a:off x="9611472" y="3107503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  <p:bldP spid="26" grpId="0" animBg="1"/>
      <p:bldP spid="7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370805" y="0"/>
            <a:ext cx="4853492" cy="874636"/>
          </a:xfrm>
        </p:spPr>
        <p:txBody>
          <a:bodyPr>
            <a:normAutofit/>
          </a:bodyPr>
          <a:lstStyle/>
          <a:p>
            <a:r>
              <a:rPr lang="en-GB" dirty="0"/>
              <a:t>Delete 80(leaf node)</a:t>
            </a:r>
            <a:endParaRPr lang="en-IN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155015" y="2608535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96271" y="2272363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Case 6</a:t>
            </a:r>
            <a:endParaRPr lang="en-IN" dirty="0"/>
          </a:p>
        </p:txBody>
      </p:sp>
      <p:cxnSp>
        <p:nvCxnSpPr>
          <p:cNvPr id="5" name="Straight Arrow Connector 4"/>
          <p:cNvCxnSpPr>
            <a:stCxn id="26" idx="3"/>
          </p:cNvCxnSpPr>
          <p:nvPr/>
        </p:nvCxnSpPr>
        <p:spPr>
          <a:xfrm flipH="1">
            <a:off x="1716817" y="1973498"/>
            <a:ext cx="702140" cy="885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26" idx="5"/>
          </p:cNvCxnSpPr>
          <p:nvPr/>
        </p:nvCxnSpPr>
        <p:spPr>
          <a:xfrm>
            <a:off x="2846226" y="1973498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Flowchart: Connector 22"/>
          <p:cNvSpPr/>
          <p:nvPr/>
        </p:nvSpPr>
        <p:spPr>
          <a:xfrm>
            <a:off x="390051" y="4069970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825902" y="3335004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Connector 24"/>
          <p:cNvSpPr/>
          <p:nvPr/>
        </p:nvSpPr>
        <p:spPr>
          <a:xfrm>
            <a:off x="1293841" y="2858869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26" name="Flowchart: Connector 25"/>
          <p:cNvSpPr/>
          <p:nvPr/>
        </p:nvSpPr>
        <p:spPr>
          <a:xfrm>
            <a:off x="2330467" y="149736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7" name="Flowchart: Connector 6"/>
          <p:cNvSpPr/>
          <p:nvPr/>
        </p:nvSpPr>
        <p:spPr>
          <a:xfrm>
            <a:off x="3374820" y="2929109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Flowchart: Connector 7"/>
          <p:cNvSpPr/>
          <p:nvPr/>
        </p:nvSpPr>
        <p:spPr>
          <a:xfrm>
            <a:off x="3456479" y="2999348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  <p:cxnSp>
        <p:nvCxnSpPr>
          <p:cNvPr id="9" name="Straight Arrow Connector 8"/>
          <p:cNvCxnSpPr>
            <a:endCxn id="14" idx="0"/>
          </p:cNvCxnSpPr>
          <p:nvPr/>
        </p:nvCxnSpPr>
        <p:spPr>
          <a:xfrm>
            <a:off x="8497395" y="1988888"/>
            <a:ext cx="692086" cy="731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9296620" y="3102907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Flowchart: Connector 10"/>
          <p:cNvSpPr/>
          <p:nvPr/>
        </p:nvSpPr>
        <p:spPr>
          <a:xfrm>
            <a:off x="7173268" y="272385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7543661" y="1988888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Flowchart: Connector 12"/>
          <p:cNvSpPr/>
          <p:nvPr/>
        </p:nvSpPr>
        <p:spPr>
          <a:xfrm>
            <a:off x="7997818" y="149736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14" name="Flowchart: Connector 13"/>
          <p:cNvSpPr/>
          <p:nvPr/>
        </p:nvSpPr>
        <p:spPr>
          <a:xfrm>
            <a:off x="8887356" y="272043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17" name="Flowchart: Connector 16"/>
          <p:cNvSpPr/>
          <p:nvPr/>
        </p:nvSpPr>
        <p:spPr>
          <a:xfrm>
            <a:off x="9815360" y="4105335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Flowchart: Connector 21"/>
          <p:cNvSpPr/>
          <p:nvPr/>
        </p:nvSpPr>
        <p:spPr>
          <a:xfrm>
            <a:off x="9897019" y="4175574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7" grpId="0" animBg="1"/>
      <p:bldP spid="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370805" y="0"/>
            <a:ext cx="4853492" cy="874636"/>
          </a:xfrm>
        </p:spPr>
        <p:txBody>
          <a:bodyPr>
            <a:normAutofit/>
          </a:bodyPr>
          <a:lstStyle/>
          <a:p>
            <a:r>
              <a:rPr lang="en-GB" dirty="0"/>
              <a:t>Delete 80(leaf node)</a:t>
            </a:r>
            <a:endParaRPr lang="en-IN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155015" y="2608535"/>
            <a:ext cx="2137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96271" y="2272363"/>
            <a:ext cx="163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Case 6</a:t>
            </a:r>
            <a:endParaRPr lang="en-IN" dirty="0"/>
          </a:p>
        </p:txBody>
      </p:sp>
      <p:cxnSp>
        <p:nvCxnSpPr>
          <p:cNvPr id="9" name="Straight Arrow Connector 8"/>
          <p:cNvCxnSpPr>
            <a:endCxn id="14" idx="0"/>
          </p:cNvCxnSpPr>
          <p:nvPr/>
        </p:nvCxnSpPr>
        <p:spPr>
          <a:xfrm>
            <a:off x="1683641" y="1861068"/>
            <a:ext cx="692086" cy="731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2482866" y="2975087"/>
            <a:ext cx="708618" cy="9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Flowchart: Connector 10"/>
          <p:cNvSpPr/>
          <p:nvPr/>
        </p:nvSpPr>
        <p:spPr>
          <a:xfrm>
            <a:off x="359514" y="2596034"/>
            <a:ext cx="604249" cy="55782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729907" y="1861068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Flowchart: Connector 12"/>
          <p:cNvSpPr/>
          <p:nvPr/>
        </p:nvSpPr>
        <p:spPr>
          <a:xfrm>
            <a:off x="1184064" y="136954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14" name="Flowchart: Connector 13"/>
          <p:cNvSpPr/>
          <p:nvPr/>
        </p:nvSpPr>
        <p:spPr>
          <a:xfrm>
            <a:off x="2073602" y="259261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  <p:sp>
        <p:nvSpPr>
          <p:cNvPr id="17" name="Flowchart: Connector 16"/>
          <p:cNvSpPr/>
          <p:nvPr/>
        </p:nvSpPr>
        <p:spPr>
          <a:xfrm>
            <a:off x="3001606" y="3977515"/>
            <a:ext cx="604249" cy="557827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Flowchart: Connector 21"/>
          <p:cNvSpPr/>
          <p:nvPr/>
        </p:nvSpPr>
        <p:spPr>
          <a:xfrm>
            <a:off x="3083265" y="4047754"/>
            <a:ext cx="457419" cy="41734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IN" dirty="0"/>
          </a:p>
        </p:txBody>
      </p:sp>
      <p:cxnSp>
        <p:nvCxnSpPr>
          <p:cNvPr id="2" name="Straight Arrow Connector 1"/>
          <p:cNvCxnSpPr>
            <a:endCxn id="8" idx="0"/>
          </p:cNvCxnSpPr>
          <p:nvPr/>
        </p:nvCxnSpPr>
        <p:spPr>
          <a:xfrm>
            <a:off x="8498308" y="1861068"/>
            <a:ext cx="692086" cy="731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Flowchart: Connector 4"/>
          <p:cNvSpPr/>
          <p:nvPr/>
        </p:nvSpPr>
        <p:spPr>
          <a:xfrm>
            <a:off x="7174181" y="259603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  <a:endParaRPr lang="en-IN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7544574" y="1861068"/>
            <a:ext cx="583341" cy="73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Flowchart: Connector 6"/>
          <p:cNvSpPr/>
          <p:nvPr/>
        </p:nvSpPr>
        <p:spPr>
          <a:xfrm>
            <a:off x="7998731" y="1369543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30</a:t>
            </a:r>
            <a:endParaRPr lang="en-IN" dirty="0"/>
          </a:p>
        </p:txBody>
      </p:sp>
      <p:sp>
        <p:nvSpPr>
          <p:cNvPr id="8" name="Flowchart: Connector 7"/>
          <p:cNvSpPr/>
          <p:nvPr/>
        </p:nvSpPr>
        <p:spPr>
          <a:xfrm>
            <a:off x="8888269" y="2592614"/>
            <a:ext cx="604249" cy="5578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2435</Words>
  <Application>WPS Presentation</Application>
  <PresentationFormat>Widescreen</PresentationFormat>
  <Paragraphs>855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2" baseType="lpstr">
      <vt:lpstr>Arial</vt:lpstr>
      <vt:lpstr>SimSun</vt:lpstr>
      <vt:lpstr>Wingdings</vt:lpstr>
      <vt:lpstr>Wingdings 3</vt:lpstr>
      <vt:lpstr>Arial</vt:lpstr>
      <vt:lpstr>CMSS10</vt:lpstr>
      <vt:lpstr>Segoe Print</vt:lpstr>
      <vt:lpstr>Trebuchet MS</vt:lpstr>
      <vt:lpstr>Microsoft YaHei</vt:lpstr>
      <vt:lpstr>Arial Unicode MS</vt:lpstr>
      <vt:lpstr>Aptos</vt:lpstr>
      <vt:lpstr>Facet</vt:lpstr>
      <vt:lpstr>Red Black Trees</vt:lpstr>
      <vt:lpstr>Properties</vt:lpstr>
      <vt:lpstr>Deletion</vt:lpstr>
      <vt:lpstr>Deletion</vt:lpstr>
      <vt:lpstr>Delete 50</vt:lpstr>
      <vt:lpstr>Delete 50</vt:lpstr>
      <vt:lpstr>PowerPoint 演示文稿</vt:lpstr>
      <vt:lpstr>PowerPoint 演示文稿</vt:lpstr>
      <vt:lpstr>Delete 20</vt:lpstr>
      <vt:lpstr>Delete 20</vt:lpstr>
      <vt:lpstr>Delete 20</vt:lpstr>
      <vt:lpstr>Delete 20</vt:lpstr>
      <vt:lpstr>Delete 20</vt:lpstr>
      <vt:lpstr>Delete 99</vt:lpstr>
      <vt:lpstr>Delete 90</vt:lpstr>
      <vt:lpstr>Delete 90</vt:lpstr>
      <vt:lpstr>Delete 90</vt:lpstr>
      <vt:lpstr>Delete 90</vt:lpstr>
      <vt:lpstr>Delete 90</vt:lpstr>
      <vt:lpstr>Delete 90</vt:lpstr>
      <vt:lpstr>Delete 40</vt:lpstr>
      <vt:lpstr>Delete 60</vt:lpstr>
      <vt:lpstr>Delete 60</vt:lpstr>
      <vt:lpstr>Delete 60</vt:lpstr>
      <vt:lpstr>Delete 70(internal node)</vt:lpstr>
      <vt:lpstr>Delete 80(leaf node)</vt:lpstr>
      <vt:lpstr>Delete 70</vt:lpstr>
      <vt:lpstr>Delete 80(leaf node)</vt:lpstr>
      <vt:lpstr>Delete 80(leaf node)</vt:lpstr>
      <vt:lpstr>Delete 80(leaf node)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Prateek Vishnoi</dc:creator>
  <cp:lastModifiedBy>Sachin Barsiwal</cp:lastModifiedBy>
  <cp:revision>15</cp:revision>
  <dcterms:created xsi:type="dcterms:W3CDTF">2024-09-10T05:13:00Z</dcterms:created>
  <dcterms:modified xsi:type="dcterms:W3CDTF">2024-09-25T16:32:56Z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7BD5458FBAEE47CC86F2D7B4F31A7F77_12</vt:lpwstr>
  </property>
  <property fmtid="{D5CDD505-2E9C-101B-9397-08002B2CF9AE}" pid="3" name="KSOProductBuildVer">
    <vt:lpwstr>1033-12.2.0.18283</vt:lpwstr>
  </property>
</Properties>
</file>