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E597B7-2210-4663-AC5C-B4DB5E4FAE3B}" v="126" dt="2024-08-15T07:11:50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1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F4A70-735E-4345-83AC-B21E0C188834}" type="datetimeFigureOut">
              <a:rPr lang="en-IN" smtClean="0"/>
              <a:t>15-08-2024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B0F700-41C6-465B-9FC9-DC4EC1438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898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3152C-ED65-B80B-AEF1-5CE4C20C5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3AAD9-F3DC-4567-A9E7-5856349B3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A51E8-6D89-4A0D-6BA6-36A8808A7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1EC4C-6A2D-43B4-8AEF-828FF56CD784}" type="datetime1">
              <a:rPr lang="en-IN" smtClean="0"/>
              <a:t>15-08-2024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AF6B8-6B04-C535-2200-5AD721032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BD16D-10D7-DF4D-4B67-FB8E895E2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820B-98A6-4B15-9842-973966C4D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789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6A65E-D7E2-8D3A-B325-2AD27215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6CC3E-DE39-7004-D42D-10F893AC3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1F1BD-0C61-62B3-7D55-44B73F6B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BA4A-82A5-4551-9E0D-28FD09111C0F}" type="datetime1">
              <a:rPr lang="en-IN" smtClean="0"/>
              <a:t>15-08-2024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10A6B-DF3F-C18F-07D9-26B75EA4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7EB95-51AB-E456-F68F-F1687577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820B-98A6-4B15-9842-973966C4D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02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21F3-5CE8-7797-D5FB-D2B3868F6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0D60A-D63D-FA9E-5E7E-3B4138497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504A3-B364-0FCA-8B84-9604D3157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5A3F-C2EF-4AE1-B762-E7C7A434525D}" type="datetime1">
              <a:rPr lang="en-IN" smtClean="0"/>
              <a:t>15-08-2024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65448-31E9-4893-8D81-0A5CFE305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C989A-E5E3-E81C-7E97-3371E433B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820B-98A6-4B15-9842-973966C4D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028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F7818-6F51-D33B-9912-E86C90CD0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DB72D-9CC0-B142-A1E0-0E2FD3237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07A2D-4A96-6DD3-085E-D265BCEA5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A94F1-CC6D-2E9C-557E-CB95DEF71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1D94-D612-4F2B-9CCC-0444F79EC3B9}" type="datetime1">
              <a:rPr lang="en-IN" smtClean="0"/>
              <a:t>15-08-2024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E220F-8212-5801-4510-E5A0B6FF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57349-368B-7A90-CC96-9A9CF6A61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820B-98A6-4B15-9842-973966C4D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661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3CA1-4D39-4BBA-6A4A-B7E21446D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016B1-4E67-00B9-8894-D36DD0173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F7A3C-E8AA-1C58-FFF8-C0390FE7B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153528-7C9D-9FE5-88BE-85AE03E6D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2B4BA3-E476-95E4-3C06-988F6CC0C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534572-3546-6A8F-3EBD-3AABB8FD5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857A-6F26-4C30-AC68-BF402DC5738D}" type="datetime1">
              <a:rPr lang="en-IN" smtClean="0"/>
              <a:t>15-08-2024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81C4C-147B-AD37-B163-4989476D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39F0D-F4A3-1B5C-C36A-A7BEC8917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820B-98A6-4B15-9842-973966C4D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68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D5055-98C9-24AF-F4DC-6C2592DBB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6B410B-3FDC-F043-3791-4C11B6DF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ADA5-136A-4D69-8AC1-4FB82DE854FE}" type="datetime1">
              <a:rPr lang="en-IN" smtClean="0"/>
              <a:t>15-08-2024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E25AF-946A-CD80-084A-0E3D0124C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27F72-EF4B-DAE8-3575-B1892C64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820B-98A6-4B15-9842-973966C4D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770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28BABB-A4A8-FEB5-5C3B-57FF904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9939-37A2-4149-8535-82D7AD099DC0}" type="datetime1">
              <a:rPr lang="en-IN" smtClean="0"/>
              <a:t>15-08-2024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E6F73-442F-4F0C-7828-2DE45464C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E8BAE-436C-6A81-1B41-374B9DA96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820B-98A6-4B15-9842-973966C4D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39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A47AC-E4EA-9AB8-FA3B-DE44832B0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7FBD9-31DE-AD7B-0790-030C9D4FE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7C6B8-781F-4CE2-15C9-C47735413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27E2E-2018-C14E-D396-3FB32D96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D69D-029E-4105-A600-2A3757B7735D}" type="datetime1">
              <a:rPr lang="en-IN" smtClean="0"/>
              <a:t>15-08-2024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4773B-A814-AE44-DABF-B9F314640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79106-0D63-FAFB-7E39-622E40FE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820B-98A6-4B15-9842-973966C4D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322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BC4E1-38DB-6466-8C01-1252E108E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D2ACFA-E72A-68C4-E6F5-195C6AAA28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64C5A-63D7-DCEF-DF6D-E55DB35F1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FBE36-BE21-D6B7-96D4-A4A66E9A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D88-7F43-4E8B-B218-668BF0A41C70}" type="datetime1">
              <a:rPr lang="en-IN" smtClean="0"/>
              <a:t>15-08-2024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E48A5-439A-2390-6FD0-08B9DB80A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958E9-41E3-6E5E-08C3-E9E2C4BB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820B-98A6-4B15-9842-973966C4D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627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E6836-D0ED-84F4-A7AC-70D8577F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85A77-8DAA-D39F-96F1-99806895A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6906A-F33B-A65B-F04A-41BC9E28D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67EA-8E4A-4394-93FE-C9B71E96549F}" type="datetime1">
              <a:rPr lang="en-IN" smtClean="0"/>
              <a:t>15-08-2024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C8EA6-E835-9311-E0A9-9C52BD1E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A237B-813C-1484-231C-47B48D97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820B-98A6-4B15-9842-973966C4D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91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F22822-73BA-B936-B681-84B042CC8C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9EF53E-8705-C3F2-16A9-CDA46F086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34C9B-D441-1E7B-32AA-ADC81AD6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522CE-BF3E-4591-882E-74BD80ED88C4}" type="datetime1">
              <a:rPr lang="en-IN" smtClean="0"/>
              <a:t>15-08-2024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B63B2-6ABA-C707-5800-960E33BC7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4BDA3-0835-393C-3875-DC1E47C64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820B-98A6-4B15-9842-973966C4D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96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453901-A09B-18B5-5AF8-5DDBA488F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2AF9C-7C1C-2E6A-8BE9-4662C763F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BCCF2-7815-3B0D-C482-C3ADDDE6DB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ADA1F-F4AE-43A9-86C9-1376804C8BC2}" type="datetime1">
              <a:rPr lang="en-IN" smtClean="0"/>
              <a:t>15-08-2024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FC7A4-CA79-54DA-CDCA-3852436E2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Indian Institute of Technology, Mandi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22F0E-934B-F8C4-ED6A-65933FF0D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4820B-98A6-4B15-9842-973966C4D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99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BEA1-5D53-C471-2462-1FD20D078B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Working of Quick Sort</a:t>
            </a:r>
            <a:endParaRPr lang="en-IN" dirty="0">
              <a:solidFill>
                <a:schemeClr val="accent3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D1490-ECBC-5DC7-39E6-DC5DCB283A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CS212 : Design &amp; Analysis of Algorithms</a:t>
            </a:r>
          </a:p>
          <a:p>
            <a:r>
              <a:rPr lang="en-GB" sz="2000" i="1" dirty="0"/>
              <a:t>Prof. Prateek Vishnoi</a:t>
            </a:r>
            <a:endParaRPr lang="en-IN" sz="2000" i="1" dirty="0"/>
          </a:p>
        </p:txBody>
      </p:sp>
      <p:pic>
        <p:nvPicPr>
          <p:cNvPr id="5" name="Picture 4" descr="A bridge with a bridge and mountains&#10;&#10;Description automatically generated">
            <a:extLst>
              <a:ext uri="{FF2B5EF4-FFF2-40B4-BE49-F238E27FC236}">
                <a16:creationId xmlns:a16="http://schemas.microsoft.com/office/drawing/2014/main" id="{9C77D041-9D07-08E5-AB55-8C42B120D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674" y="225353"/>
            <a:ext cx="1963349" cy="128037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9B450-C9AD-83FA-67F8-4CA324018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Indian Institute of Technology, Mandi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2404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5FC9-4FB3-CCB9-3E96-E552FE6E6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77" y="203492"/>
            <a:ext cx="10515600" cy="985503"/>
          </a:xfrm>
        </p:spPr>
        <p:txBody>
          <a:bodyPr/>
          <a:lstStyle/>
          <a:p>
            <a:pPr algn="ctr"/>
            <a:r>
              <a:rPr lang="en-GB" dirty="0"/>
              <a:t>Steps of Quick Sort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32093-D7C5-EC74-7D6A-6D3175D02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628"/>
            <a:ext cx="10515600" cy="5005722"/>
          </a:xfrm>
        </p:spPr>
        <p:txBody>
          <a:bodyPr/>
          <a:lstStyle/>
          <a:p>
            <a:r>
              <a:rPr lang="en-GB" sz="1800" b="0" i="0" u="none" strike="noStrike" baseline="0" dirty="0">
                <a:latin typeface="CMR10"/>
              </a:rPr>
              <a:t>Select the last element of an array as a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𝑝𝑖𝑣𝑜𝑡</a:t>
            </a:r>
            <a:r>
              <a:rPr lang="en-GB" sz="1800" b="0" i="0" u="none" strike="noStrike" baseline="0" dirty="0">
                <a:latin typeface="CMTI10"/>
              </a:rPr>
              <a:t> </a:t>
            </a:r>
            <a:r>
              <a:rPr lang="en-GB" sz="1800" b="0" i="0" u="none" strike="noStrike" baseline="0" dirty="0">
                <a:latin typeface="CMR10"/>
              </a:rPr>
              <a:t>element.</a:t>
            </a:r>
          </a:p>
          <a:p>
            <a:endParaRPr lang="en-GB" sz="1800" b="0" i="0" u="none" strike="noStrike" baseline="0" dirty="0">
              <a:latin typeface="CMR10"/>
            </a:endParaRPr>
          </a:p>
          <a:p>
            <a:r>
              <a:rPr lang="en-GB" sz="1800" b="0" i="0" u="none" strike="noStrike" baseline="0" dirty="0">
                <a:latin typeface="CMR10"/>
              </a:rPr>
              <a:t>Initialise pointer </a:t>
            </a:r>
            <a:r>
              <a:rPr lang="en-IN" sz="1800" dirty="0"/>
              <a:t>𝑗</a:t>
            </a:r>
            <a:r>
              <a:rPr lang="en-GB" sz="1800" b="0" i="0" u="none" strike="noStrike" baseline="0" dirty="0">
                <a:latin typeface="CMMI10"/>
              </a:rPr>
              <a:t>  </a:t>
            </a:r>
            <a:r>
              <a:rPr lang="en-GB" sz="1800" b="0" i="0" u="none" strike="noStrike" baseline="0" dirty="0">
                <a:latin typeface="CMR10"/>
              </a:rPr>
              <a:t>as 1</a:t>
            </a:r>
            <a:r>
              <a:rPr lang="en-GB" sz="1800" b="0" i="0" u="none" strike="noStrike" baseline="0" dirty="0">
                <a:latin typeface="CMMI7"/>
              </a:rPr>
              <a:t>st</a:t>
            </a:r>
            <a:r>
              <a:rPr lang="en-GB" sz="1800" b="0" i="0" u="none" strike="noStrike" baseline="0" dirty="0">
                <a:latin typeface="CMR10"/>
              </a:rPr>
              <a:t>(base address) index of an array.</a:t>
            </a:r>
          </a:p>
          <a:p>
            <a:endParaRPr lang="en-GB" sz="1800" b="0" i="0" u="none" strike="noStrike" baseline="0" dirty="0">
              <a:latin typeface="CMR10"/>
            </a:endParaRPr>
          </a:p>
          <a:p>
            <a:r>
              <a:rPr lang="en-GB" sz="1800" b="0" i="0" u="none" strike="noStrike" baseline="0" dirty="0">
                <a:latin typeface="CMR10"/>
              </a:rPr>
              <a:t>Initialise pointer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𝑖</a:t>
            </a:r>
            <a:r>
              <a:rPr lang="en-GB" sz="1800" b="0" i="0" u="none" strike="noStrike" baseline="0" dirty="0">
                <a:latin typeface="CMMI10"/>
              </a:rPr>
              <a:t> </a:t>
            </a:r>
            <a:r>
              <a:rPr lang="en-GB" sz="1800" b="0" i="0" u="none" strike="noStrike" baseline="0" dirty="0">
                <a:latin typeface="CMR10"/>
              </a:rPr>
              <a:t>which points to the address just before the base address of an array.</a:t>
            </a:r>
          </a:p>
          <a:p>
            <a:endParaRPr lang="en-GB" sz="1800" b="0" i="0" u="none" strike="noStrike" baseline="0" dirty="0">
              <a:latin typeface="CMR10"/>
            </a:endParaRPr>
          </a:p>
          <a:p>
            <a:r>
              <a:rPr lang="en-GB" sz="1800" b="0" i="0" u="none" strike="noStrike" baseline="0" dirty="0">
                <a:latin typeface="CMR10"/>
              </a:rPr>
              <a:t>Iterate the pointer </a:t>
            </a:r>
            <a:r>
              <a:rPr lang="en-IN" sz="1800" dirty="0"/>
              <a:t>𝑗</a:t>
            </a:r>
            <a:r>
              <a:rPr lang="en-GB" sz="1800" b="0" i="0" u="none" strike="noStrike" baseline="0" dirty="0">
                <a:latin typeface="CMMI10"/>
              </a:rPr>
              <a:t> </a:t>
            </a:r>
            <a:r>
              <a:rPr lang="en-GB" sz="1800" b="0" i="0" u="none" strike="noStrike" baseline="0" dirty="0">
                <a:latin typeface="CMR10"/>
              </a:rPr>
              <a:t>over an array with the following conditions:</a:t>
            </a:r>
            <a:endParaRPr lang="en-GB" sz="1800" dirty="0">
              <a:latin typeface="CMR1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1800" dirty="0">
                <a:latin typeface="CMR10"/>
              </a:rPr>
              <a:t>    </a:t>
            </a:r>
            <a:r>
              <a:rPr lang="en-GB" sz="1800" b="0" i="0" u="none" strike="noStrike" baseline="0" dirty="0">
                <a:latin typeface="CMR10"/>
              </a:rPr>
              <a:t>If the value at pointer </a:t>
            </a:r>
            <a:r>
              <a:rPr lang="en-IN" sz="1800" dirty="0"/>
              <a:t>𝑗</a:t>
            </a:r>
            <a:r>
              <a:rPr lang="en-GB" sz="1800" b="0" i="0" u="none" strike="noStrike" baseline="0" dirty="0">
                <a:latin typeface="CMMI10"/>
              </a:rPr>
              <a:t> </a:t>
            </a:r>
            <a:r>
              <a:rPr lang="en-GB" sz="1800" b="0" i="0" u="none" strike="noStrike" baseline="0" dirty="0">
                <a:latin typeface="CMR10"/>
              </a:rPr>
              <a:t>is </a:t>
            </a:r>
            <a:r>
              <a:rPr lang="en-GB" sz="1800" b="0" i="0" u="none" strike="noStrike" baseline="0" dirty="0">
                <a:latin typeface="CMSY10"/>
              </a:rPr>
              <a:t>≥ </a:t>
            </a:r>
            <a:r>
              <a:rPr lang="en-IN" sz="1800" dirty="0">
                <a:solidFill>
                  <a:prstClr val="black"/>
                </a:solidFill>
              </a:rPr>
              <a:t>𝑝𝑖𝑣𝑜𝑡</a:t>
            </a:r>
            <a:r>
              <a:rPr lang="en-GB" sz="1800" b="0" i="0" u="none" strike="noStrike" baseline="0" dirty="0">
                <a:latin typeface="CMR10"/>
              </a:rPr>
              <a:t>, IGNORE.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800" b="0" i="0" u="none" strike="noStrike" baseline="0" dirty="0">
                <a:latin typeface="CMR10"/>
              </a:rPr>
              <a:t>    If value at pointer </a:t>
            </a:r>
            <a:r>
              <a:rPr lang="en-IN" sz="1800" dirty="0"/>
              <a:t>𝑗</a:t>
            </a:r>
            <a:r>
              <a:rPr lang="en-GB" sz="1800" b="0" i="0" u="none" strike="noStrike" baseline="0" dirty="0">
                <a:latin typeface="CMMI10"/>
              </a:rPr>
              <a:t> &lt; </a:t>
            </a:r>
            <a:r>
              <a:rPr lang="en-IN" sz="1800" dirty="0">
                <a:solidFill>
                  <a:prstClr val="black"/>
                </a:solidFill>
              </a:rPr>
              <a:t>𝑝𝑖𝑣𝑜𝑡</a:t>
            </a:r>
            <a:r>
              <a:rPr lang="en-GB" sz="1800" b="0" i="0" u="none" strike="noStrike" baseline="0" dirty="0">
                <a:latin typeface="CMR10"/>
              </a:rPr>
              <a:t>, then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𝑖</a:t>
            </a:r>
            <a:r>
              <a:rPr lang="en-GB" sz="1800" b="0" i="0" u="none" strike="noStrike" baseline="0" dirty="0">
                <a:latin typeface="CMR10"/>
              </a:rPr>
              <a:t>++ and swap(value at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𝑖</a:t>
            </a:r>
            <a:r>
              <a:rPr lang="en-GB" sz="1800" b="0" i="0" u="none" strike="noStrike" baseline="0" dirty="0">
                <a:latin typeface="CMR10"/>
              </a:rPr>
              <a:t> , value at </a:t>
            </a:r>
            <a:r>
              <a:rPr lang="en-IN" sz="1800" dirty="0"/>
              <a:t>𝑗</a:t>
            </a:r>
            <a:r>
              <a:rPr lang="en-GB" sz="1800" b="0" i="0" u="none" strike="noStrike" baseline="0" dirty="0">
                <a:latin typeface="CMR1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800" b="0" i="0" u="none" strike="noStrike" baseline="0" dirty="0">
                <a:latin typeface="CMR10"/>
              </a:rPr>
              <a:t>    Recursively call the Quick Sort Function on a left subarray of the </a:t>
            </a:r>
            <a:r>
              <a:rPr lang="en-IN" sz="1800" dirty="0">
                <a:solidFill>
                  <a:prstClr val="black"/>
                </a:solidFill>
              </a:rPr>
              <a:t>𝑝𝑖𝑣𝑜𝑡</a:t>
            </a:r>
            <a:r>
              <a:rPr lang="en-GB" sz="1800" b="0" i="0" u="none" strike="noStrike" baseline="0" dirty="0">
                <a:latin typeface="CMR10"/>
              </a:rPr>
              <a:t> element.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800" dirty="0">
                <a:latin typeface="CMR10"/>
              </a:rPr>
              <a:t>    </a:t>
            </a:r>
            <a:r>
              <a:rPr lang="en-GB" sz="1800" b="0" i="0" u="none" strike="noStrike" baseline="0" dirty="0">
                <a:latin typeface="CMR10"/>
              </a:rPr>
              <a:t>Recursively call the Quick Sort Function on a right subarray of the </a:t>
            </a:r>
            <a:r>
              <a:rPr lang="en-IN" sz="1800" dirty="0">
                <a:solidFill>
                  <a:prstClr val="black"/>
                </a:solidFill>
              </a:rPr>
              <a:t>𝑝𝑖𝑣𝑜𝑡</a:t>
            </a:r>
            <a:r>
              <a:rPr lang="en-GB" sz="1800" b="0" i="0" u="none" strike="noStrike" baseline="0" dirty="0">
                <a:latin typeface="CMR10"/>
              </a:rPr>
              <a:t> element.</a:t>
            </a:r>
            <a:endParaRPr lang="en-GB" sz="1800" dirty="0">
              <a:latin typeface="CMR1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GB" sz="1800" dirty="0">
              <a:latin typeface="CMR10"/>
            </a:endParaRP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7987E-BE00-BD33-7E0F-46E3BC135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693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16A6E-FFBC-83A0-3B4D-5F0F9E5FD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08385" cy="557355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D1D1E4-1964-9328-A8D6-A7F559FC17AC}"/>
              </a:ext>
            </a:extLst>
          </p:cNvPr>
          <p:cNvSpPr/>
          <p:nvPr/>
        </p:nvSpPr>
        <p:spPr>
          <a:xfrm>
            <a:off x="2762864" y="604681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C069DC-9C7D-E866-3E73-3F126F896B57}"/>
              </a:ext>
            </a:extLst>
          </p:cNvPr>
          <p:cNvSpPr txBox="1"/>
          <p:nvPr/>
        </p:nvSpPr>
        <p:spPr>
          <a:xfrm>
            <a:off x="2762864" y="626925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8      2      4      7      1      3      9      6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7D78D0-6546-2CF0-DF2D-0A2DA20D05EF}"/>
              </a:ext>
            </a:extLst>
          </p:cNvPr>
          <p:cNvCxnSpPr>
            <a:cxnSpLocks/>
          </p:cNvCxnSpPr>
          <p:nvPr/>
        </p:nvCxnSpPr>
        <p:spPr>
          <a:xfrm flipV="1">
            <a:off x="3559276" y="60468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AA98A3-6B00-ED0F-A599-ECDBC27ED3C0}"/>
              </a:ext>
            </a:extLst>
          </p:cNvPr>
          <p:cNvCxnSpPr>
            <a:cxnSpLocks/>
          </p:cNvCxnSpPr>
          <p:nvPr/>
        </p:nvCxnSpPr>
        <p:spPr>
          <a:xfrm flipV="1">
            <a:off x="4301611" y="60468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CCBA0B-709D-7B93-C1E6-C3AFAD3AF42B}"/>
              </a:ext>
            </a:extLst>
          </p:cNvPr>
          <p:cNvCxnSpPr>
            <a:cxnSpLocks/>
          </p:cNvCxnSpPr>
          <p:nvPr/>
        </p:nvCxnSpPr>
        <p:spPr>
          <a:xfrm flipV="1">
            <a:off x="4975121" y="60468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1F3FC1-7275-DBBB-5F56-CC9AE913EF53}"/>
              </a:ext>
            </a:extLst>
          </p:cNvPr>
          <p:cNvCxnSpPr>
            <a:cxnSpLocks/>
          </p:cNvCxnSpPr>
          <p:nvPr/>
        </p:nvCxnSpPr>
        <p:spPr>
          <a:xfrm flipV="1">
            <a:off x="5707625" y="60468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78F4BB-E3C8-5128-CFB7-965F741B3678}"/>
              </a:ext>
            </a:extLst>
          </p:cNvPr>
          <p:cNvCxnSpPr>
            <a:cxnSpLocks/>
          </p:cNvCxnSpPr>
          <p:nvPr/>
        </p:nvCxnSpPr>
        <p:spPr>
          <a:xfrm flipV="1">
            <a:off x="6386050" y="60468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2A64CE-B180-C95E-F4FE-6A0E1DB32656}"/>
              </a:ext>
            </a:extLst>
          </p:cNvPr>
          <p:cNvCxnSpPr>
            <a:cxnSpLocks/>
          </p:cNvCxnSpPr>
          <p:nvPr/>
        </p:nvCxnSpPr>
        <p:spPr>
          <a:xfrm flipV="1">
            <a:off x="7123469" y="60468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D2E864-9ACF-8A57-6FB3-BF8628AEF755}"/>
              </a:ext>
            </a:extLst>
          </p:cNvPr>
          <p:cNvCxnSpPr>
            <a:cxnSpLocks/>
          </p:cNvCxnSpPr>
          <p:nvPr/>
        </p:nvCxnSpPr>
        <p:spPr>
          <a:xfrm flipV="1">
            <a:off x="7841224" y="60468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00B221-33E6-9426-CC30-871A7630891E}"/>
              </a:ext>
            </a:extLst>
          </p:cNvPr>
          <p:cNvCxnSpPr>
            <a:cxnSpLocks/>
          </p:cNvCxnSpPr>
          <p:nvPr/>
        </p:nvCxnSpPr>
        <p:spPr>
          <a:xfrm flipV="1">
            <a:off x="8558980" y="60468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112057F-F093-034F-70E9-0324B3D0DC99}"/>
              </a:ext>
            </a:extLst>
          </p:cNvPr>
          <p:cNvCxnSpPr/>
          <p:nvPr/>
        </p:nvCxnSpPr>
        <p:spPr>
          <a:xfrm>
            <a:off x="3205316" y="162230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0F97CD-0508-8A69-0C5B-8117F094DC6F}"/>
              </a:ext>
            </a:extLst>
          </p:cNvPr>
          <p:cNvCxnSpPr/>
          <p:nvPr/>
        </p:nvCxnSpPr>
        <p:spPr>
          <a:xfrm>
            <a:off x="2344994" y="162230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CA3A81D-8481-67AD-4428-29F4CFFE76A1}"/>
              </a:ext>
            </a:extLst>
          </p:cNvPr>
          <p:cNvSpPr txBox="1"/>
          <p:nvPr/>
        </p:nvSpPr>
        <p:spPr>
          <a:xfrm>
            <a:off x="2089360" y="162230"/>
            <a:ext cx="4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02638E-DDF7-F2A7-8E5A-90E87C95D31E}"/>
              </a:ext>
            </a:extLst>
          </p:cNvPr>
          <p:cNvSpPr txBox="1"/>
          <p:nvPr/>
        </p:nvSpPr>
        <p:spPr>
          <a:xfrm>
            <a:off x="3190570" y="139984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FDB69F-3595-1477-CD6F-8AA5D141EBD1}"/>
              </a:ext>
            </a:extLst>
          </p:cNvPr>
          <p:cNvSpPr/>
          <p:nvPr/>
        </p:nvSpPr>
        <p:spPr>
          <a:xfrm>
            <a:off x="2762864" y="2043937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3224F7D-7373-0B15-039A-AAC2AB01599F}"/>
              </a:ext>
            </a:extLst>
          </p:cNvPr>
          <p:cNvCxnSpPr>
            <a:cxnSpLocks/>
          </p:cNvCxnSpPr>
          <p:nvPr/>
        </p:nvCxnSpPr>
        <p:spPr>
          <a:xfrm flipV="1">
            <a:off x="3559276" y="2043936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118DB51-C3DA-12D5-9FFE-B08FF3A4A59E}"/>
              </a:ext>
            </a:extLst>
          </p:cNvPr>
          <p:cNvCxnSpPr>
            <a:cxnSpLocks/>
          </p:cNvCxnSpPr>
          <p:nvPr/>
        </p:nvCxnSpPr>
        <p:spPr>
          <a:xfrm flipV="1">
            <a:off x="4301611" y="2043936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A52BA13-FE04-B855-C706-27A7E6B4AC26}"/>
              </a:ext>
            </a:extLst>
          </p:cNvPr>
          <p:cNvCxnSpPr>
            <a:cxnSpLocks/>
          </p:cNvCxnSpPr>
          <p:nvPr/>
        </p:nvCxnSpPr>
        <p:spPr>
          <a:xfrm flipV="1">
            <a:off x="4989868" y="204393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B34413-BD17-6508-EBDA-B97E6C9B7F7B}"/>
              </a:ext>
            </a:extLst>
          </p:cNvPr>
          <p:cNvCxnSpPr>
            <a:cxnSpLocks/>
          </p:cNvCxnSpPr>
          <p:nvPr/>
        </p:nvCxnSpPr>
        <p:spPr>
          <a:xfrm flipV="1">
            <a:off x="5707625" y="204393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3661C1A-4DD8-993D-F592-5D745261A5EC}"/>
              </a:ext>
            </a:extLst>
          </p:cNvPr>
          <p:cNvCxnSpPr>
            <a:cxnSpLocks/>
          </p:cNvCxnSpPr>
          <p:nvPr/>
        </p:nvCxnSpPr>
        <p:spPr>
          <a:xfrm flipV="1">
            <a:off x="6386050" y="204393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90C980F-F4CE-DD9E-F24D-FF5E59934447}"/>
              </a:ext>
            </a:extLst>
          </p:cNvPr>
          <p:cNvCxnSpPr>
            <a:cxnSpLocks/>
          </p:cNvCxnSpPr>
          <p:nvPr/>
        </p:nvCxnSpPr>
        <p:spPr>
          <a:xfrm flipV="1">
            <a:off x="7123469" y="204393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9DDB62F-2583-2F9B-8723-F9080FABC279}"/>
              </a:ext>
            </a:extLst>
          </p:cNvPr>
          <p:cNvCxnSpPr>
            <a:cxnSpLocks/>
          </p:cNvCxnSpPr>
          <p:nvPr/>
        </p:nvCxnSpPr>
        <p:spPr>
          <a:xfrm flipV="1">
            <a:off x="7841224" y="2043934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17F86C4-3701-415E-B956-4B30F04481CD}"/>
              </a:ext>
            </a:extLst>
          </p:cNvPr>
          <p:cNvCxnSpPr>
            <a:cxnSpLocks/>
          </p:cNvCxnSpPr>
          <p:nvPr/>
        </p:nvCxnSpPr>
        <p:spPr>
          <a:xfrm flipV="1">
            <a:off x="8558980" y="2043933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0A27EEB-8B1F-FDE9-0DA1-A966D6F4B6D9}"/>
              </a:ext>
            </a:extLst>
          </p:cNvPr>
          <p:cNvCxnSpPr/>
          <p:nvPr/>
        </p:nvCxnSpPr>
        <p:spPr>
          <a:xfrm>
            <a:off x="5707625" y="1233946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8410E18-113E-C4FD-84A9-86C2C1DBB761}"/>
              </a:ext>
            </a:extLst>
          </p:cNvPr>
          <p:cNvSpPr txBox="1"/>
          <p:nvPr/>
        </p:nvSpPr>
        <p:spPr>
          <a:xfrm>
            <a:off x="5707625" y="1446671"/>
            <a:ext cx="326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𝑣𝑎𝑙(𝑗)</a:t>
            </a:r>
            <a:r>
              <a:rPr lang="en-GB" dirty="0"/>
              <a:t> &gt; </a:t>
            </a:r>
            <a:r>
              <a:rPr lang="en-IN" dirty="0"/>
              <a:t>𝑝𝑖𝑣𝑜𝑡, 𝐼𝐺𝑁𝑂𝑅𝐸, 𝑗++ </a:t>
            </a:r>
            <a:endParaRPr lang="en-IN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DC6C86-5426-975E-F438-9608DEB9E99E}"/>
              </a:ext>
            </a:extLst>
          </p:cNvPr>
          <p:cNvSpPr txBox="1"/>
          <p:nvPr/>
        </p:nvSpPr>
        <p:spPr>
          <a:xfrm>
            <a:off x="9537130" y="734646"/>
            <a:ext cx="1226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𝑝𝑖𝑣𝑜𝑡</a:t>
            </a:r>
            <a:r>
              <a:rPr lang="en-GB" i="1" dirty="0"/>
              <a:t> =5</a:t>
            </a:r>
            <a:endParaRPr lang="en-IN" i="1" dirty="0"/>
          </a:p>
        </p:txBody>
      </p:sp>
      <p:sp>
        <p:nvSpPr>
          <p:cNvPr id="37" name="Rectangle 1">
            <a:extLst>
              <a:ext uri="{FF2B5EF4-FFF2-40B4-BE49-F238E27FC236}">
                <a16:creationId xmlns:a16="http://schemas.microsoft.com/office/drawing/2014/main" id="{D8E4F40B-D852-FA3B-F1F3-508FB4762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DD93C6-7AFD-589B-8DC4-75429DEE3692}"/>
              </a:ext>
            </a:extLst>
          </p:cNvPr>
          <p:cNvSpPr txBox="1"/>
          <p:nvPr/>
        </p:nvSpPr>
        <p:spPr>
          <a:xfrm>
            <a:off x="2754741" y="2076502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8      2      4      7      1      3      9      6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26437C-6D66-884B-768A-4393A12B1B66}"/>
              </a:ext>
            </a:extLst>
          </p:cNvPr>
          <p:cNvSpPr txBox="1"/>
          <p:nvPr/>
        </p:nvSpPr>
        <p:spPr>
          <a:xfrm>
            <a:off x="2077251" y="1620648"/>
            <a:ext cx="4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45CEFD-0CD8-9D8D-1D68-79A614A09746}"/>
              </a:ext>
            </a:extLst>
          </p:cNvPr>
          <p:cNvCxnSpPr/>
          <p:nvPr/>
        </p:nvCxnSpPr>
        <p:spPr>
          <a:xfrm>
            <a:off x="2350858" y="1594777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F2A2D0E-F941-3CC7-A807-31C9B4566915}"/>
              </a:ext>
            </a:extLst>
          </p:cNvPr>
          <p:cNvSpPr txBox="1"/>
          <p:nvPr/>
        </p:nvSpPr>
        <p:spPr>
          <a:xfrm>
            <a:off x="3931099" y="1580153"/>
            <a:ext cx="457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C381469-8CD6-B309-EF56-5A12C425AD6C}"/>
              </a:ext>
            </a:extLst>
          </p:cNvPr>
          <p:cNvCxnSpPr/>
          <p:nvPr/>
        </p:nvCxnSpPr>
        <p:spPr>
          <a:xfrm>
            <a:off x="3940461" y="1583675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489135D-A226-4634-6175-F6672B3894BD}"/>
              </a:ext>
            </a:extLst>
          </p:cNvPr>
          <p:cNvCxnSpPr/>
          <p:nvPr/>
        </p:nvCxnSpPr>
        <p:spPr>
          <a:xfrm>
            <a:off x="5707625" y="2673198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E5D29FA-82A5-0446-B5B8-1999A9CC8C82}"/>
              </a:ext>
            </a:extLst>
          </p:cNvPr>
          <p:cNvSpPr/>
          <p:nvPr/>
        </p:nvSpPr>
        <p:spPr>
          <a:xfrm>
            <a:off x="2762864" y="3486518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9E7A82F-82F9-6C2E-6D41-00DB1F65C3F1}"/>
              </a:ext>
            </a:extLst>
          </p:cNvPr>
          <p:cNvCxnSpPr>
            <a:cxnSpLocks/>
          </p:cNvCxnSpPr>
          <p:nvPr/>
        </p:nvCxnSpPr>
        <p:spPr>
          <a:xfrm flipV="1">
            <a:off x="3559276" y="348318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EAFF3CE-9120-EF2E-016B-A00E97038A6A}"/>
              </a:ext>
            </a:extLst>
          </p:cNvPr>
          <p:cNvCxnSpPr>
            <a:cxnSpLocks/>
          </p:cNvCxnSpPr>
          <p:nvPr/>
        </p:nvCxnSpPr>
        <p:spPr>
          <a:xfrm flipV="1">
            <a:off x="4313742" y="348318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A85B105-3F56-9DC4-424E-715834DF1EDE}"/>
              </a:ext>
            </a:extLst>
          </p:cNvPr>
          <p:cNvCxnSpPr>
            <a:cxnSpLocks/>
          </p:cNvCxnSpPr>
          <p:nvPr/>
        </p:nvCxnSpPr>
        <p:spPr>
          <a:xfrm flipV="1">
            <a:off x="5010388" y="348318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4DEE28E-4C03-EDE8-4FE9-A9BDE345A77C}"/>
              </a:ext>
            </a:extLst>
          </p:cNvPr>
          <p:cNvCxnSpPr>
            <a:cxnSpLocks/>
          </p:cNvCxnSpPr>
          <p:nvPr/>
        </p:nvCxnSpPr>
        <p:spPr>
          <a:xfrm flipV="1">
            <a:off x="5707625" y="348318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A8FD8DE-B0AF-87C4-529E-B45CEFE4CC23}"/>
              </a:ext>
            </a:extLst>
          </p:cNvPr>
          <p:cNvCxnSpPr>
            <a:cxnSpLocks/>
          </p:cNvCxnSpPr>
          <p:nvPr/>
        </p:nvCxnSpPr>
        <p:spPr>
          <a:xfrm flipV="1">
            <a:off x="6386050" y="348318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077159C-9C05-41F4-AC2F-A91746BC1D52}"/>
              </a:ext>
            </a:extLst>
          </p:cNvPr>
          <p:cNvCxnSpPr>
            <a:cxnSpLocks/>
          </p:cNvCxnSpPr>
          <p:nvPr/>
        </p:nvCxnSpPr>
        <p:spPr>
          <a:xfrm flipV="1">
            <a:off x="7152378" y="348318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6228C8D-0448-9C35-C104-5314D752ED22}"/>
              </a:ext>
            </a:extLst>
          </p:cNvPr>
          <p:cNvCxnSpPr>
            <a:cxnSpLocks/>
          </p:cNvCxnSpPr>
          <p:nvPr/>
        </p:nvCxnSpPr>
        <p:spPr>
          <a:xfrm flipV="1">
            <a:off x="7886911" y="348318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81FC933-C2CB-C5DA-A374-9220F09A71AC}"/>
              </a:ext>
            </a:extLst>
          </p:cNvPr>
          <p:cNvCxnSpPr>
            <a:cxnSpLocks/>
          </p:cNvCxnSpPr>
          <p:nvPr/>
        </p:nvCxnSpPr>
        <p:spPr>
          <a:xfrm flipV="1">
            <a:off x="8558980" y="348318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FCACE9-44E6-7304-EFFE-322F950F82AD}"/>
              </a:ext>
            </a:extLst>
          </p:cNvPr>
          <p:cNvSpPr txBox="1"/>
          <p:nvPr/>
        </p:nvSpPr>
        <p:spPr>
          <a:xfrm>
            <a:off x="5759406" y="2927521"/>
            <a:ext cx="392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𝑣𝑎𝑙(𝑗)</a:t>
            </a:r>
            <a:r>
              <a:rPr lang="en-GB" dirty="0"/>
              <a:t> &lt; </a:t>
            </a:r>
            <a:r>
              <a:rPr lang="en-IN" dirty="0"/>
              <a:t>𝑝𝑖𝑣𝑜𝑡, 𝑖++ , 𝑠𝑤𝑎𝑝(𝑣𝑎𝑙(𝑖), 𝑣𝑎𝑙(𝑗))</a:t>
            </a:r>
            <a:endParaRPr lang="en-IN" i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35B930-AC6E-989C-F7D1-7A5763B7AE40}"/>
              </a:ext>
            </a:extLst>
          </p:cNvPr>
          <p:cNvSpPr txBox="1"/>
          <p:nvPr/>
        </p:nvSpPr>
        <p:spPr>
          <a:xfrm>
            <a:off x="2754741" y="3512528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2       8      4      7      1      3      9      6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8DB67A0-2EC3-8A49-D4E2-E027BE413A8D}"/>
              </a:ext>
            </a:extLst>
          </p:cNvPr>
          <p:cNvCxnSpPr/>
          <p:nvPr/>
        </p:nvCxnSpPr>
        <p:spPr>
          <a:xfrm>
            <a:off x="3190570" y="3040734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866340D-3073-57D4-3E41-C13BC6B3C5FE}"/>
              </a:ext>
            </a:extLst>
          </p:cNvPr>
          <p:cNvCxnSpPr/>
          <p:nvPr/>
        </p:nvCxnSpPr>
        <p:spPr>
          <a:xfrm>
            <a:off x="3931100" y="3040734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EC5E53F-0B03-41A5-8CD9-6ADD3D9E0062}"/>
              </a:ext>
            </a:extLst>
          </p:cNvPr>
          <p:cNvSpPr txBox="1"/>
          <p:nvPr/>
        </p:nvSpPr>
        <p:spPr>
          <a:xfrm>
            <a:off x="2942994" y="3046341"/>
            <a:ext cx="30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5454102-859A-4C70-7161-6C24A8D5AF1B}"/>
              </a:ext>
            </a:extLst>
          </p:cNvPr>
          <p:cNvSpPr txBox="1"/>
          <p:nvPr/>
        </p:nvSpPr>
        <p:spPr>
          <a:xfrm>
            <a:off x="3932361" y="3046341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EF7D190-53BF-7D0B-97FC-00EF8E8650F7}"/>
              </a:ext>
            </a:extLst>
          </p:cNvPr>
          <p:cNvSpPr/>
          <p:nvPr/>
        </p:nvSpPr>
        <p:spPr>
          <a:xfrm>
            <a:off x="2762864" y="4914931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6C5FFCA-C130-45F2-A163-490E3C85E74F}"/>
              </a:ext>
            </a:extLst>
          </p:cNvPr>
          <p:cNvCxnSpPr/>
          <p:nvPr/>
        </p:nvCxnSpPr>
        <p:spPr>
          <a:xfrm>
            <a:off x="5707625" y="4099413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6AF2FA1-D968-5B56-E630-288B0E7BE9A1}"/>
              </a:ext>
            </a:extLst>
          </p:cNvPr>
          <p:cNvCxnSpPr>
            <a:cxnSpLocks/>
          </p:cNvCxnSpPr>
          <p:nvPr/>
        </p:nvCxnSpPr>
        <p:spPr>
          <a:xfrm flipV="1">
            <a:off x="3559276" y="4909400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4AB4269-4680-87EF-D384-5EDA30F7FD29}"/>
              </a:ext>
            </a:extLst>
          </p:cNvPr>
          <p:cNvCxnSpPr>
            <a:cxnSpLocks/>
          </p:cNvCxnSpPr>
          <p:nvPr/>
        </p:nvCxnSpPr>
        <p:spPr>
          <a:xfrm flipV="1">
            <a:off x="4313742" y="4909399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4AF2DFC-C55C-55AB-9B06-C9DF8EC9B9D6}"/>
              </a:ext>
            </a:extLst>
          </p:cNvPr>
          <p:cNvCxnSpPr>
            <a:cxnSpLocks/>
          </p:cNvCxnSpPr>
          <p:nvPr/>
        </p:nvCxnSpPr>
        <p:spPr>
          <a:xfrm flipV="1">
            <a:off x="5030908" y="490939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A7CF768-EEA6-C0F2-EC79-D825B7193AA3}"/>
              </a:ext>
            </a:extLst>
          </p:cNvPr>
          <p:cNvCxnSpPr>
            <a:cxnSpLocks/>
          </p:cNvCxnSpPr>
          <p:nvPr/>
        </p:nvCxnSpPr>
        <p:spPr>
          <a:xfrm flipV="1">
            <a:off x="5707625" y="490939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A3D7DE7-1812-BB81-FE11-8AEBB8915BC0}"/>
              </a:ext>
            </a:extLst>
          </p:cNvPr>
          <p:cNvCxnSpPr>
            <a:cxnSpLocks/>
          </p:cNvCxnSpPr>
          <p:nvPr/>
        </p:nvCxnSpPr>
        <p:spPr>
          <a:xfrm flipV="1">
            <a:off x="6414959" y="490939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A08BDC6-1755-152A-B13C-F8E52CE998BB}"/>
              </a:ext>
            </a:extLst>
          </p:cNvPr>
          <p:cNvCxnSpPr>
            <a:cxnSpLocks/>
          </p:cNvCxnSpPr>
          <p:nvPr/>
        </p:nvCxnSpPr>
        <p:spPr>
          <a:xfrm flipV="1">
            <a:off x="7198065" y="490939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664B289-8C13-C764-D8F5-BBD3331D9583}"/>
              </a:ext>
            </a:extLst>
          </p:cNvPr>
          <p:cNvCxnSpPr>
            <a:cxnSpLocks/>
          </p:cNvCxnSpPr>
          <p:nvPr/>
        </p:nvCxnSpPr>
        <p:spPr>
          <a:xfrm flipV="1">
            <a:off x="7915820" y="4909396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7D83B9E-5DCD-B9F2-D27A-034AF1065A6E}"/>
              </a:ext>
            </a:extLst>
          </p:cNvPr>
          <p:cNvCxnSpPr>
            <a:cxnSpLocks/>
          </p:cNvCxnSpPr>
          <p:nvPr/>
        </p:nvCxnSpPr>
        <p:spPr>
          <a:xfrm flipV="1">
            <a:off x="8579500" y="490939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6DD04B4-9D50-48AC-6730-76E5D0A4048E}"/>
              </a:ext>
            </a:extLst>
          </p:cNvPr>
          <p:cNvSpPr txBox="1"/>
          <p:nvPr/>
        </p:nvSpPr>
        <p:spPr>
          <a:xfrm>
            <a:off x="5744215" y="4302308"/>
            <a:ext cx="668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𝑗++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EC9A39D-6F4D-9DA4-E929-2A8381FA948D}"/>
              </a:ext>
            </a:extLst>
          </p:cNvPr>
          <p:cNvSpPr txBox="1"/>
          <p:nvPr/>
        </p:nvSpPr>
        <p:spPr>
          <a:xfrm>
            <a:off x="2728851" y="4945196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2       8      4      7      1      3      9      6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32F9194-A315-BF81-309B-CA3390336B83}"/>
              </a:ext>
            </a:extLst>
          </p:cNvPr>
          <p:cNvSpPr txBox="1"/>
          <p:nvPr/>
        </p:nvSpPr>
        <p:spPr>
          <a:xfrm>
            <a:off x="2942994" y="4486974"/>
            <a:ext cx="4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129552C-2975-9615-A2C4-902FB279CB0C}"/>
              </a:ext>
            </a:extLst>
          </p:cNvPr>
          <p:cNvCxnSpPr/>
          <p:nvPr/>
        </p:nvCxnSpPr>
        <p:spPr>
          <a:xfrm>
            <a:off x="3190570" y="4466944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1B3E435-444D-163D-07D8-BAA9574540B2}"/>
              </a:ext>
            </a:extLst>
          </p:cNvPr>
          <p:cNvCxnSpPr/>
          <p:nvPr/>
        </p:nvCxnSpPr>
        <p:spPr>
          <a:xfrm>
            <a:off x="4660042" y="4450414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00FC2877-6B8C-CA16-2FD8-4EA2A1BFC490}"/>
              </a:ext>
            </a:extLst>
          </p:cNvPr>
          <p:cNvSpPr txBox="1"/>
          <p:nvPr/>
        </p:nvSpPr>
        <p:spPr>
          <a:xfrm>
            <a:off x="4662903" y="4467003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F94DA4-22B4-0151-B771-25E4BE504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pic>
        <p:nvPicPr>
          <p:cNvPr id="16" name="Picture 15" descr="A bridge with a bridge and mountains&#10;&#10;Description automatically generated">
            <a:extLst>
              <a:ext uri="{FF2B5EF4-FFF2-40B4-BE49-F238E27FC236}">
                <a16:creationId xmlns:a16="http://schemas.microsoft.com/office/drawing/2014/main" id="{66FE207D-0692-6BC0-A5A4-2598F9C0A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250" y="184727"/>
            <a:ext cx="964929" cy="62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8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/>
      <p:bldP spid="19" grpId="0"/>
      <p:bldP spid="20" grpId="0"/>
      <p:bldP spid="21" grpId="0" animBg="1"/>
      <p:bldP spid="35" grpId="0"/>
      <p:bldP spid="36" grpId="0"/>
      <p:bldP spid="39" grpId="0"/>
      <p:bldP spid="40" grpId="0"/>
      <p:bldP spid="42" grpId="0"/>
      <p:bldP spid="45" grpId="0" animBg="1"/>
      <p:bldP spid="54" grpId="0"/>
      <p:bldP spid="55" grpId="0"/>
      <p:bldP spid="58" grpId="0"/>
      <p:bldP spid="60" grpId="0"/>
      <p:bldP spid="61" grpId="0" animBg="1"/>
      <p:bldP spid="72" grpId="0"/>
      <p:bldP spid="73" grpId="0"/>
      <p:bldP spid="74" grpId="0"/>
      <p:bldP spid="7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58501C-94B8-B669-28CC-2A2B804A56A3}"/>
              </a:ext>
            </a:extLst>
          </p:cNvPr>
          <p:cNvSpPr/>
          <p:nvPr/>
        </p:nvSpPr>
        <p:spPr>
          <a:xfrm>
            <a:off x="2494416" y="552655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E22C0-A605-F750-504B-1CF8D56D1F7D}"/>
              </a:ext>
            </a:extLst>
          </p:cNvPr>
          <p:cNvSpPr txBox="1"/>
          <p:nvPr/>
        </p:nvSpPr>
        <p:spPr>
          <a:xfrm>
            <a:off x="2412327" y="552655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2       8      4      7      1      3      9      6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CD3C6E-AE3D-2572-35A7-7A8659B00185}"/>
              </a:ext>
            </a:extLst>
          </p:cNvPr>
          <p:cNvCxnSpPr>
            <a:cxnSpLocks/>
          </p:cNvCxnSpPr>
          <p:nvPr/>
        </p:nvCxnSpPr>
        <p:spPr>
          <a:xfrm flipV="1">
            <a:off x="3215328" y="5526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725D00-109C-D587-C7F9-832BD92F372E}"/>
              </a:ext>
            </a:extLst>
          </p:cNvPr>
          <p:cNvCxnSpPr>
            <a:cxnSpLocks/>
          </p:cNvCxnSpPr>
          <p:nvPr/>
        </p:nvCxnSpPr>
        <p:spPr>
          <a:xfrm flipV="1">
            <a:off x="4012282" y="5526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38AB1E-660C-0A90-23A4-E3D6B990C19E}"/>
              </a:ext>
            </a:extLst>
          </p:cNvPr>
          <p:cNvCxnSpPr>
            <a:cxnSpLocks/>
          </p:cNvCxnSpPr>
          <p:nvPr/>
        </p:nvCxnSpPr>
        <p:spPr>
          <a:xfrm flipV="1">
            <a:off x="4733735" y="5526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D5B76-6314-EACE-99DD-EEF1F4F995E0}"/>
              </a:ext>
            </a:extLst>
          </p:cNvPr>
          <p:cNvCxnSpPr>
            <a:cxnSpLocks/>
          </p:cNvCxnSpPr>
          <p:nvPr/>
        </p:nvCxnSpPr>
        <p:spPr>
          <a:xfrm flipV="1">
            <a:off x="5455188" y="5526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B754C8-A210-82D9-6AFC-F18928E9AF6D}"/>
              </a:ext>
            </a:extLst>
          </p:cNvPr>
          <p:cNvCxnSpPr>
            <a:cxnSpLocks/>
          </p:cNvCxnSpPr>
          <p:nvPr/>
        </p:nvCxnSpPr>
        <p:spPr>
          <a:xfrm flipV="1">
            <a:off x="6096000" y="5526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536840-AC5F-D32A-7BA4-1E6673B9FD91}"/>
              </a:ext>
            </a:extLst>
          </p:cNvPr>
          <p:cNvCxnSpPr>
            <a:cxnSpLocks/>
          </p:cNvCxnSpPr>
          <p:nvPr/>
        </p:nvCxnSpPr>
        <p:spPr>
          <a:xfrm flipV="1">
            <a:off x="6847761" y="5526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91457C-D0F8-893A-D405-5B9C62EF20CA}"/>
              </a:ext>
            </a:extLst>
          </p:cNvPr>
          <p:cNvCxnSpPr>
            <a:cxnSpLocks/>
          </p:cNvCxnSpPr>
          <p:nvPr/>
        </p:nvCxnSpPr>
        <p:spPr>
          <a:xfrm flipV="1">
            <a:off x="7594381" y="5526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012DC9-DAB8-2889-3F11-4B5B9C1FC6EB}"/>
              </a:ext>
            </a:extLst>
          </p:cNvPr>
          <p:cNvCxnSpPr>
            <a:cxnSpLocks/>
          </p:cNvCxnSpPr>
          <p:nvPr/>
        </p:nvCxnSpPr>
        <p:spPr>
          <a:xfrm flipV="1">
            <a:off x="8273889" y="5526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3E09CF7-6683-4D8F-5C7E-6B004EA5FA51}"/>
              </a:ext>
            </a:extLst>
          </p:cNvPr>
          <p:cNvCxnSpPr/>
          <p:nvPr/>
        </p:nvCxnSpPr>
        <p:spPr>
          <a:xfrm>
            <a:off x="2871788" y="110204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635A31-5DD3-2837-FE89-1B65676A751F}"/>
              </a:ext>
            </a:extLst>
          </p:cNvPr>
          <p:cNvCxnSpPr/>
          <p:nvPr/>
        </p:nvCxnSpPr>
        <p:spPr>
          <a:xfrm>
            <a:off x="4390196" y="110204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EA0E144-73B0-366A-259F-F302585EDA9A}"/>
              </a:ext>
            </a:extLst>
          </p:cNvPr>
          <p:cNvSpPr txBox="1"/>
          <p:nvPr/>
        </p:nvSpPr>
        <p:spPr>
          <a:xfrm>
            <a:off x="2642364" y="131699"/>
            <a:ext cx="4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1527C9-9EF3-0017-7BE0-228BDC3CBB77}"/>
              </a:ext>
            </a:extLst>
          </p:cNvPr>
          <p:cNvSpPr txBox="1"/>
          <p:nvPr/>
        </p:nvSpPr>
        <p:spPr>
          <a:xfrm>
            <a:off x="4390196" y="110204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F408799-7D25-4C70-D9E4-969FEAA92AFE}"/>
              </a:ext>
            </a:extLst>
          </p:cNvPr>
          <p:cNvCxnSpPr/>
          <p:nvPr/>
        </p:nvCxnSpPr>
        <p:spPr>
          <a:xfrm>
            <a:off x="5455188" y="1181920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D2F5095-ABED-5875-7AAC-5A726AEE0552}"/>
              </a:ext>
            </a:extLst>
          </p:cNvPr>
          <p:cNvSpPr/>
          <p:nvPr/>
        </p:nvSpPr>
        <p:spPr>
          <a:xfrm>
            <a:off x="2494416" y="1991907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3BF8CE-DFB1-310B-65A5-A067CAB88C79}"/>
              </a:ext>
            </a:extLst>
          </p:cNvPr>
          <p:cNvCxnSpPr>
            <a:cxnSpLocks/>
          </p:cNvCxnSpPr>
          <p:nvPr/>
        </p:nvCxnSpPr>
        <p:spPr>
          <a:xfrm flipV="1">
            <a:off x="3227460" y="199190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10ECE78-3AF7-95AF-0F7A-EE7732D5F8CD}"/>
              </a:ext>
            </a:extLst>
          </p:cNvPr>
          <p:cNvSpPr txBox="1"/>
          <p:nvPr/>
        </p:nvSpPr>
        <p:spPr>
          <a:xfrm>
            <a:off x="2450166" y="2005593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2       4      8      7      1      3      9      6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09AB48B-AA27-5B57-6C08-5C6AC32262C3}"/>
              </a:ext>
            </a:extLst>
          </p:cNvPr>
          <p:cNvCxnSpPr>
            <a:cxnSpLocks/>
          </p:cNvCxnSpPr>
          <p:nvPr/>
        </p:nvCxnSpPr>
        <p:spPr>
          <a:xfrm flipV="1">
            <a:off x="4012282" y="1988134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DB15149-98EB-DC62-EA2B-C3CD72703CE0}"/>
              </a:ext>
            </a:extLst>
          </p:cNvPr>
          <p:cNvCxnSpPr>
            <a:cxnSpLocks/>
          </p:cNvCxnSpPr>
          <p:nvPr/>
        </p:nvCxnSpPr>
        <p:spPr>
          <a:xfrm flipV="1">
            <a:off x="4733735" y="199190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FE0FBC-C2FA-5D6C-6AA2-8B356E1EF666}"/>
              </a:ext>
            </a:extLst>
          </p:cNvPr>
          <p:cNvCxnSpPr>
            <a:cxnSpLocks/>
          </p:cNvCxnSpPr>
          <p:nvPr/>
        </p:nvCxnSpPr>
        <p:spPr>
          <a:xfrm flipV="1">
            <a:off x="5455188" y="198813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150B37-0DF6-8135-2653-AE138F7AF6C4}"/>
              </a:ext>
            </a:extLst>
          </p:cNvPr>
          <p:cNvCxnSpPr>
            <a:cxnSpLocks/>
          </p:cNvCxnSpPr>
          <p:nvPr/>
        </p:nvCxnSpPr>
        <p:spPr>
          <a:xfrm flipV="1">
            <a:off x="6096000" y="198813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A5BBC44-30CC-C760-8FCE-D1F9DE875B9C}"/>
              </a:ext>
            </a:extLst>
          </p:cNvPr>
          <p:cNvCxnSpPr>
            <a:cxnSpLocks/>
          </p:cNvCxnSpPr>
          <p:nvPr/>
        </p:nvCxnSpPr>
        <p:spPr>
          <a:xfrm flipV="1">
            <a:off x="6847761" y="1992754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D2AEAB-89A9-783D-CADC-662C32F0ABC2}"/>
              </a:ext>
            </a:extLst>
          </p:cNvPr>
          <p:cNvCxnSpPr>
            <a:cxnSpLocks/>
          </p:cNvCxnSpPr>
          <p:nvPr/>
        </p:nvCxnSpPr>
        <p:spPr>
          <a:xfrm flipV="1">
            <a:off x="7594381" y="1988134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E013E0-EFAA-3634-7D17-3C3D2AB83A89}"/>
              </a:ext>
            </a:extLst>
          </p:cNvPr>
          <p:cNvCxnSpPr>
            <a:cxnSpLocks/>
          </p:cNvCxnSpPr>
          <p:nvPr/>
        </p:nvCxnSpPr>
        <p:spPr>
          <a:xfrm flipV="1">
            <a:off x="8319577" y="1988134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11B2D14-B2F3-A5A6-F519-D5DB7E7DE0BD}"/>
              </a:ext>
            </a:extLst>
          </p:cNvPr>
          <p:cNvSpPr txBox="1"/>
          <p:nvPr/>
        </p:nvSpPr>
        <p:spPr>
          <a:xfrm>
            <a:off x="5524515" y="1424492"/>
            <a:ext cx="392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𝑣𝑎𝑙(𝑗)</a:t>
            </a:r>
            <a:r>
              <a:rPr lang="en-GB" dirty="0"/>
              <a:t> &lt; </a:t>
            </a:r>
            <a:r>
              <a:rPr lang="en-IN" dirty="0"/>
              <a:t>𝑝𝑖𝑣𝑜𝑡, 𝑖++ , 𝑠𝑤𝑎𝑝(𝑣𝑎𝑙(𝑖), 𝑣𝑎𝑙(𝑗))</a:t>
            </a:r>
            <a:endParaRPr lang="en-IN" i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108BAE8-8C22-2CB8-E3BC-F2CBAC98C4F3}"/>
              </a:ext>
            </a:extLst>
          </p:cNvPr>
          <p:cNvCxnSpPr/>
          <p:nvPr/>
        </p:nvCxnSpPr>
        <p:spPr>
          <a:xfrm>
            <a:off x="4390196" y="1527210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42D2278-83B1-DAF8-2119-7EA25E9AF19D}"/>
              </a:ext>
            </a:extLst>
          </p:cNvPr>
          <p:cNvSpPr txBox="1"/>
          <p:nvPr/>
        </p:nvSpPr>
        <p:spPr>
          <a:xfrm>
            <a:off x="4390196" y="1523534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0E85579-4F01-59A2-3FD3-034B66A1C98D}"/>
              </a:ext>
            </a:extLst>
          </p:cNvPr>
          <p:cNvCxnSpPr/>
          <p:nvPr/>
        </p:nvCxnSpPr>
        <p:spPr>
          <a:xfrm>
            <a:off x="3603029" y="1545683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9B7CC62-179A-D066-64AA-5EEE1361554F}"/>
              </a:ext>
            </a:extLst>
          </p:cNvPr>
          <p:cNvSpPr txBox="1"/>
          <p:nvPr/>
        </p:nvSpPr>
        <p:spPr>
          <a:xfrm>
            <a:off x="3315996" y="1542449"/>
            <a:ext cx="4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2CFFE58-2780-CA3D-792C-7B1DD0C6777B}"/>
              </a:ext>
            </a:extLst>
          </p:cNvPr>
          <p:cNvSpPr/>
          <p:nvPr/>
        </p:nvSpPr>
        <p:spPr>
          <a:xfrm>
            <a:off x="2494416" y="3430613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E3E773E-96A7-22D4-413B-8F2BA3F06195}"/>
              </a:ext>
            </a:extLst>
          </p:cNvPr>
          <p:cNvCxnSpPr/>
          <p:nvPr/>
        </p:nvCxnSpPr>
        <p:spPr>
          <a:xfrm>
            <a:off x="5455188" y="2619013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48417FE-E9F4-37C1-A60E-CF9E40FB8481}"/>
              </a:ext>
            </a:extLst>
          </p:cNvPr>
          <p:cNvSpPr txBox="1"/>
          <p:nvPr/>
        </p:nvSpPr>
        <p:spPr>
          <a:xfrm>
            <a:off x="2412327" y="3457998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2       4      8      7      1      3      9      6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CB9578A-7B53-6897-2451-5D8AD2397379}"/>
              </a:ext>
            </a:extLst>
          </p:cNvPr>
          <p:cNvCxnSpPr>
            <a:cxnSpLocks/>
          </p:cNvCxnSpPr>
          <p:nvPr/>
        </p:nvCxnSpPr>
        <p:spPr>
          <a:xfrm flipV="1">
            <a:off x="3241937" y="342738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42ABDAA-833B-47CB-D155-6E496AC85A1F}"/>
              </a:ext>
            </a:extLst>
          </p:cNvPr>
          <p:cNvCxnSpPr>
            <a:cxnSpLocks/>
          </p:cNvCxnSpPr>
          <p:nvPr/>
        </p:nvCxnSpPr>
        <p:spPr>
          <a:xfrm flipV="1">
            <a:off x="4012282" y="3430613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142697B-6BE6-5D24-8426-ABF1316778DF}"/>
              </a:ext>
            </a:extLst>
          </p:cNvPr>
          <p:cNvCxnSpPr>
            <a:cxnSpLocks/>
          </p:cNvCxnSpPr>
          <p:nvPr/>
        </p:nvCxnSpPr>
        <p:spPr>
          <a:xfrm flipV="1">
            <a:off x="4733735" y="3430613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105B0B2-E981-9D2A-5FCA-78D9501924A8}"/>
              </a:ext>
            </a:extLst>
          </p:cNvPr>
          <p:cNvCxnSpPr>
            <a:cxnSpLocks/>
          </p:cNvCxnSpPr>
          <p:nvPr/>
        </p:nvCxnSpPr>
        <p:spPr>
          <a:xfrm flipV="1">
            <a:off x="5455188" y="3427384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E8EBF3C-0AB9-35CE-E787-F36E5B70BDC6}"/>
              </a:ext>
            </a:extLst>
          </p:cNvPr>
          <p:cNvCxnSpPr>
            <a:cxnSpLocks/>
          </p:cNvCxnSpPr>
          <p:nvPr/>
        </p:nvCxnSpPr>
        <p:spPr>
          <a:xfrm flipV="1">
            <a:off x="6096000" y="3427383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152E772-7E97-1DFE-8FD1-E1BF2DD4C3BF}"/>
              </a:ext>
            </a:extLst>
          </p:cNvPr>
          <p:cNvCxnSpPr>
            <a:cxnSpLocks/>
          </p:cNvCxnSpPr>
          <p:nvPr/>
        </p:nvCxnSpPr>
        <p:spPr>
          <a:xfrm flipV="1">
            <a:off x="6847761" y="3420693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F2C70E-141A-B93B-5259-77E77ECD30B2}"/>
              </a:ext>
            </a:extLst>
          </p:cNvPr>
          <p:cNvCxnSpPr>
            <a:cxnSpLocks/>
          </p:cNvCxnSpPr>
          <p:nvPr/>
        </p:nvCxnSpPr>
        <p:spPr>
          <a:xfrm flipV="1">
            <a:off x="7594381" y="3449629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68E9BF4-771E-D11A-7468-AE3E3AF11CD1}"/>
              </a:ext>
            </a:extLst>
          </p:cNvPr>
          <p:cNvCxnSpPr>
            <a:cxnSpLocks/>
          </p:cNvCxnSpPr>
          <p:nvPr/>
        </p:nvCxnSpPr>
        <p:spPr>
          <a:xfrm flipV="1">
            <a:off x="8319577" y="3427382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389AAD2-B2A5-AE61-D00A-1758461A149A}"/>
              </a:ext>
            </a:extLst>
          </p:cNvPr>
          <p:cNvSpPr txBox="1"/>
          <p:nvPr/>
        </p:nvSpPr>
        <p:spPr>
          <a:xfrm>
            <a:off x="5524515" y="2839340"/>
            <a:ext cx="668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𝑗++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F4B83EA-C0E9-969A-5578-2892053C0798}"/>
              </a:ext>
            </a:extLst>
          </p:cNvPr>
          <p:cNvSpPr/>
          <p:nvPr/>
        </p:nvSpPr>
        <p:spPr>
          <a:xfrm>
            <a:off x="2494416" y="4878416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4A10C12-03B7-EA96-7EFC-5AD3D8437494}"/>
              </a:ext>
            </a:extLst>
          </p:cNvPr>
          <p:cNvCxnSpPr/>
          <p:nvPr/>
        </p:nvCxnSpPr>
        <p:spPr>
          <a:xfrm>
            <a:off x="5455188" y="4056647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D0E87AD-D442-F399-BB1A-B9CAE7651DF3}"/>
              </a:ext>
            </a:extLst>
          </p:cNvPr>
          <p:cNvSpPr txBox="1"/>
          <p:nvPr/>
        </p:nvSpPr>
        <p:spPr>
          <a:xfrm>
            <a:off x="2450166" y="4920098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2       4      8      7      1      3      9      6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2A8920C-4B19-4F3D-89EE-06CFC23DB970}"/>
              </a:ext>
            </a:extLst>
          </p:cNvPr>
          <p:cNvCxnSpPr>
            <a:cxnSpLocks/>
          </p:cNvCxnSpPr>
          <p:nvPr/>
        </p:nvCxnSpPr>
        <p:spPr>
          <a:xfrm flipV="1">
            <a:off x="3251724" y="488739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CC37353-E592-EE2D-36EC-330210738D27}"/>
              </a:ext>
            </a:extLst>
          </p:cNvPr>
          <p:cNvCxnSpPr>
            <a:cxnSpLocks/>
          </p:cNvCxnSpPr>
          <p:nvPr/>
        </p:nvCxnSpPr>
        <p:spPr>
          <a:xfrm flipV="1">
            <a:off x="4012282" y="4866634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E84C931-C8CA-3DB2-DA29-8F48BE9C7DE3}"/>
              </a:ext>
            </a:extLst>
          </p:cNvPr>
          <p:cNvCxnSpPr>
            <a:cxnSpLocks/>
          </p:cNvCxnSpPr>
          <p:nvPr/>
        </p:nvCxnSpPr>
        <p:spPr>
          <a:xfrm flipV="1">
            <a:off x="4733735" y="488739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8DC4376-2A14-826D-9BF3-0E0AF301CCC8}"/>
              </a:ext>
            </a:extLst>
          </p:cNvPr>
          <p:cNvCxnSpPr>
            <a:cxnSpLocks/>
          </p:cNvCxnSpPr>
          <p:nvPr/>
        </p:nvCxnSpPr>
        <p:spPr>
          <a:xfrm flipV="1">
            <a:off x="5455188" y="487707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C086F8E-EAB3-D27A-BA5E-18C756F273F5}"/>
              </a:ext>
            </a:extLst>
          </p:cNvPr>
          <p:cNvCxnSpPr>
            <a:cxnSpLocks/>
          </p:cNvCxnSpPr>
          <p:nvPr/>
        </p:nvCxnSpPr>
        <p:spPr>
          <a:xfrm flipV="1">
            <a:off x="6096000" y="488739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D704708-DAE3-44B4-E60A-56BDA1D9A81A}"/>
              </a:ext>
            </a:extLst>
          </p:cNvPr>
          <p:cNvCxnSpPr>
            <a:cxnSpLocks/>
          </p:cNvCxnSpPr>
          <p:nvPr/>
        </p:nvCxnSpPr>
        <p:spPr>
          <a:xfrm flipV="1">
            <a:off x="6847761" y="4894783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45C3770-4BF8-3277-B7A2-C6E2975545EE}"/>
              </a:ext>
            </a:extLst>
          </p:cNvPr>
          <p:cNvCxnSpPr>
            <a:cxnSpLocks/>
          </p:cNvCxnSpPr>
          <p:nvPr/>
        </p:nvCxnSpPr>
        <p:spPr>
          <a:xfrm flipV="1">
            <a:off x="7594381" y="4887390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BBF799F-BDD1-652E-8078-821F7C368B2E}"/>
              </a:ext>
            </a:extLst>
          </p:cNvPr>
          <p:cNvCxnSpPr>
            <a:cxnSpLocks/>
          </p:cNvCxnSpPr>
          <p:nvPr/>
        </p:nvCxnSpPr>
        <p:spPr>
          <a:xfrm flipV="1">
            <a:off x="8319577" y="487560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918A25F-C1FD-E139-61EF-539B4D50C42F}"/>
              </a:ext>
            </a:extLst>
          </p:cNvPr>
          <p:cNvCxnSpPr/>
          <p:nvPr/>
        </p:nvCxnSpPr>
        <p:spPr>
          <a:xfrm>
            <a:off x="3623959" y="2978242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983F467-3AE8-2650-C049-1AE829EE76AD}"/>
              </a:ext>
            </a:extLst>
          </p:cNvPr>
          <p:cNvCxnSpPr/>
          <p:nvPr/>
        </p:nvCxnSpPr>
        <p:spPr>
          <a:xfrm>
            <a:off x="5096269" y="2978242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CCDE631-6F48-F6C9-3117-4CF404BD5F8C}"/>
              </a:ext>
            </a:extLst>
          </p:cNvPr>
          <p:cNvSpPr txBox="1"/>
          <p:nvPr/>
        </p:nvSpPr>
        <p:spPr>
          <a:xfrm>
            <a:off x="3338111" y="2977676"/>
            <a:ext cx="4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ED2199C-10F0-CB6E-B99D-68625E4554A3}"/>
              </a:ext>
            </a:extLst>
          </p:cNvPr>
          <p:cNvSpPr txBox="1"/>
          <p:nvPr/>
        </p:nvSpPr>
        <p:spPr>
          <a:xfrm>
            <a:off x="5115476" y="2977676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96C0D4D-CD59-D9C7-00D0-E62298245441}"/>
              </a:ext>
            </a:extLst>
          </p:cNvPr>
          <p:cNvSpPr txBox="1"/>
          <p:nvPr/>
        </p:nvSpPr>
        <p:spPr>
          <a:xfrm>
            <a:off x="5530108" y="4089353"/>
            <a:ext cx="326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𝑣𝑎𝑙(𝑗)</a:t>
            </a:r>
            <a:r>
              <a:rPr lang="en-GB" dirty="0"/>
              <a:t> &gt; </a:t>
            </a:r>
            <a:r>
              <a:rPr lang="en-IN" dirty="0"/>
              <a:t>𝑝𝑖𝑣𝑜𝑡, 𝐼𝐺𝑁𝑂𝑅𝐸, 𝑗++ </a:t>
            </a:r>
            <a:endParaRPr lang="en-IN" i="1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FA1BB01-B9C5-15E9-CD1C-832E6BEE9D68}"/>
              </a:ext>
            </a:extLst>
          </p:cNvPr>
          <p:cNvCxnSpPr/>
          <p:nvPr/>
        </p:nvCxnSpPr>
        <p:spPr>
          <a:xfrm>
            <a:off x="3653278" y="4424183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5ACF89F-B68B-83EC-54D6-2D33C804CCDF}"/>
              </a:ext>
            </a:extLst>
          </p:cNvPr>
          <p:cNvSpPr txBox="1"/>
          <p:nvPr/>
        </p:nvSpPr>
        <p:spPr>
          <a:xfrm>
            <a:off x="3395360" y="4424183"/>
            <a:ext cx="4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7806AA3-872B-38B4-E77B-CD2D1BF8FC0D}"/>
              </a:ext>
            </a:extLst>
          </p:cNvPr>
          <p:cNvCxnSpPr/>
          <p:nvPr/>
        </p:nvCxnSpPr>
        <p:spPr>
          <a:xfrm>
            <a:off x="5783304" y="4444939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D332AF6-FEB5-F803-0372-3013BB625470}"/>
              </a:ext>
            </a:extLst>
          </p:cNvPr>
          <p:cNvSpPr txBox="1"/>
          <p:nvPr/>
        </p:nvSpPr>
        <p:spPr>
          <a:xfrm>
            <a:off x="5804459" y="4461916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DFB93B-BE75-A6A6-F3C0-331DDEBB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pic>
        <p:nvPicPr>
          <p:cNvPr id="4" name="Picture 3" descr="A bridge with a bridge and mountains&#10;&#10;Description automatically generated">
            <a:extLst>
              <a:ext uri="{FF2B5EF4-FFF2-40B4-BE49-F238E27FC236}">
                <a16:creationId xmlns:a16="http://schemas.microsoft.com/office/drawing/2014/main" id="{377206B4-2A25-E403-3409-90963D723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250" y="184727"/>
            <a:ext cx="964929" cy="62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71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/>
      <p:bldP spid="33" grpId="0"/>
      <p:bldP spid="35" grpId="0"/>
      <p:bldP spid="37" grpId="0"/>
      <p:bldP spid="38" grpId="0" animBg="1"/>
      <p:bldP spid="40" grpId="0"/>
      <p:bldP spid="49" grpId="0"/>
      <p:bldP spid="50" grpId="0" animBg="1"/>
      <p:bldP spid="52" grpId="0"/>
      <p:bldP spid="63" grpId="0"/>
      <p:bldP spid="64" grpId="0"/>
      <p:bldP spid="65" grpId="0"/>
      <p:bldP spid="67" grpId="0"/>
      <p:bldP spid="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33484C-EDFD-6B5F-969D-5A3CA5403783}"/>
              </a:ext>
            </a:extLst>
          </p:cNvPr>
          <p:cNvSpPr/>
          <p:nvPr/>
        </p:nvSpPr>
        <p:spPr>
          <a:xfrm>
            <a:off x="2307021" y="499363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2EAF6D-78D1-B439-9991-689B80FA12A2}"/>
              </a:ext>
            </a:extLst>
          </p:cNvPr>
          <p:cNvSpPr txBox="1"/>
          <p:nvPr/>
        </p:nvSpPr>
        <p:spPr>
          <a:xfrm>
            <a:off x="2204861" y="521604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2       4      8      7      1      3      9      6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D7B8B5-B016-C043-F725-0F0627B1B6CF}"/>
              </a:ext>
            </a:extLst>
          </p:cNvPr>
          <p:cNvCxnSpPr>
            <a:cxnSpLocks/>
          </p:cNvCxnSpPr>
          <p:nvPr/>
        </p:nvCxnSpPr>
        <p:spPr>
          <a:xfrm flipV="1">
            <a:off x="3005604" y="499362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88FFC3-17F0-2C47-7A13-E371FD0303BA}"/>
              </a:ext>
            </a:extLst>
          </p:cNvPr>
          <p:cNvCxnSpPr>
            <a:cxnSpLocks/>
          </p:cNvCxnSpPr>
          <p:nvPr/>
        </p:nvCxnSpPr>
        <p:spPr>
          <a:xfrm flipV="1">
            <a:off x="3769001" y="499362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A42DA1-FC0C-3A58-916F-1B34452AAE92}"/>
              </a:ext>
            </a:extLst>
          </p:cNvPr>
          <p:cNvCxnSpPr>
            <a:cxnSpLocks/>
          </p:cNvCxnSpPr>
          <p:nvPr/>
        </p:nvCxnSpPr>
        <p:spPr>
          <a:xfrm flipV="1">
            <a:off x="4473677" y="499362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3670D4-D41A-B6C7-5ADD-DD5B849690CC}"/>
              </a:ext>
            </a:extLst>
          </p:cNvPr>
          <p:cNvCxnSpPr>
            <a:cxnSpLocks/>
          </p:cNvCxnSpPr>
          <p:nvPr/>
        </p:nvCxnSpPr>
        <p:spPr>
          <a:xfrm flipV="1">
            <a:off x="5228686" y="49936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A22045-119C-EAC1-04A2-D07300234FC1}"/>
              </a:ext>
            </a:extLst>
          </p:cNvPr>
          <p:cNvCxnSpPr>
            <a:cxnSpLocks/>
          </p:cNvCxnSpPr>
          <p:nvPr/>
        </p:nvCxnSpPr>
        <p:spPr>
          <a:xfrm flipV="1">
            <a:off x="5933361" y="499360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EDF9E4-536E-D722-5535-A5AE15E9E22B}"/>
              </a:ext>
            </a:extLst>
          </p:cNvPr>
          <p:cNvCxnSpPr>
            <a:cxnSpLocks/>
          </p:cNvCxnSpPr>
          <p:nvPr/>
        </p:nvCxnSpPr>
        <p:spPr>
          <a:xfrm flipV="1">
            <a:off x="6612870" y="499360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307BAE-D844-6DE0-DC98-94E7173FB17B}"/>
              </a:ext>
            </a:extLst>
          </p:cNvPr>
          <p:cNvCxnSpPr>
            <a:cxnSpLocks/>
          </p:cNvCxnSpPr>
          <p:nvPr/>
        </p:nvCxnSpPr>
        <p:spPr>
          <a:xfrm flipV="1">
            <a:off x="7325934" y="499360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EEB2C4-5BF4-3AD2-41BF-3EC1F3CA06C0}"/>
              </a:ext>
            </a:extLst>
          </p:cNvPr>
          <p:cNvCxnSpPr>
            <a:cxnSpLocks/>
          </p:cNvCxnSpPr>
          <p:nvPr/>
        </p:nvCxnSpPr>
        <p:spPr>
          <a:xfrm flipV="1">
            <a:off x="8106110" y="499360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BB59E2-9470-72D9-429E-61F3A4B95EAF}"/>
              </a:ext>
            </a:extLst>
          </p:cNvPr>
          <p:cNvCxnSpPr/>
          <p:nvPr/>
        </p:nvCxnSpPr>
        <p:spPr>
          <a:xfrm>
            <a:off x="3408684" y="56909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35B4E6-DBAC-8F8F-6621-8E9A6AECE805}"/>
              </a:ext>
            </a:extLst>
          </p:cNvPr>
          <p:cNvCxnSpPr/>
          <p:nvPr/>
        </p:nvCxnSpPr>
        <p:spPr>
          <a:xfrm>
            <a:off x="5606600" y="79153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C2809DA-D3CE-9A35-4959-B98EF9FFCA7F}"/>
              </a:ext>
            </a:extLst>
          </p:cNvPr>
          <p:cNvSpPr txBox="1"/>
          <p:nvPr/>
        </p:nvSpPr>
        <p:spPr>
          <a:xfrm>
            <a:off x="3107091" y="79153"/>
            <a:ext cx="4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9E5711-DCCC-ABCB-D4C4-7083C25C020C}"/>
              </a:ext>
            </a:extLst>
          </p:cNvPr>
          <p:cNvSpPr txBox="1"/>
          <p:nvPr/>
        </p:nvSpPr>
        <p:spPr>
          <a:xfrm>
            <a:off x="5627010" y="79153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273B8E-9CEA-6A84-C284-C6AAA135CA59}"/>
              </a:ext>
            </a:extLst>
          </p:cNvPr>
          <p:cNvSpPr/>
          <p:nvPr/>
        </p:nvSpPr>
        <p:spPr>
          <a:xfrm>
            <a:off x="2307021" y="1938612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F42898-CDEC-3C70-6F26-8B4503F834B6}"/>
              </a:ext>
            </a:extLst>
          </p:cNvPr>
          <p:cNvCxnSpPr/>
          <p:nvPr/>
        </p:nvCxnSpPr>
        <p:spPr>
          <a:xfrm>
            <a:off x="5228686" y="1128625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6C8E9B1-6936-5997-0324-BFA99B9CC51C}"/>
              </a:ext>
            </a:extLst>
          </p:cNvPr>
          <p:cNvSpPr txBox="1"/>
          <p:nvPr/>
        </p:nvSpPr>
        <p:spPr>
          <a:xfrm>
            <a:off x="5228686" y="1179503"/>
            <a:ext cx="392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𝑣𝑎𝑙(𝑗)</a:t>
            </a:r>
            <a:r>
              <a:rPr lang="en-GB" dirty="0"/>
              <a:t> &lt; </a:t>
            </a:r>
            <a:r>
              <a:rPr lang="en-IN" dirty="0"/>
              <a:t>𝑝𝑖𝑣𝑜𝑡, 𝑖++ , 𝑠𝑤𝑎𝑝(𝑣𝑎𝑙(𝑖), 𝑣𝑎𝑙(𝑗))</a:t>
            </a:r>
            <a:endParaRPr lang="en-IN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CED55D-6BA7-7E91-E6C1-BAFC95576E43}"/>
              </a:ext>
            </a:extLst>
          </p:cNvPr>
          <p:cNvSpPr txBox="1"/>
          <p:nvPr/>
        </p:nvSpPr>
        <p:spPr>
          <a:xfrm>
            <a:off x="2204861" y="1989487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2       4      1      7      8      3      9      6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E3C807-4CC7-B971-4A5A-FD0696F88777}"/>
              </a:ext>
            </a:extLst>
          </p:cNvPr>
          <p:cNvCxnSpPr>
            <a:cxnSpLocks/>
          </p:cNvCxnSpPr>
          <p:nvPr/>
        </p:nvCxnSpPr>
        <p:spPr>
          <a:xfrm flipV="1">
            <a:off x="3005604" y="1931883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DF8A80C-C8E8-4492-83D1-D3345969B7F8}"/>
              </a:ext>
            </a:extLst>
          </p:cNvPr>
          <p:cNvCxnSpPr>
            <a:cxnSpLocks/>
          </p:cNvCxnSpPr>
          <p:nvPr/>
        </p:nvCxnSpPr>
        <p:spPr>
          <a:xfrm flipV="1">
            <a:off x="3772744" y="1931882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FA646CC-B2F9-C243-37F4-9765980BFE27}"/>
              </a:ext>
            </a:extLst>
          </p:cNvPr>
          <p:cNvCxnSpPr>
            <a:cxnSpLocks/>
          </p:cNvCxnSpPr>
          <p:nvPr/>
        </p:nvCxnSpPr>
        <p:spPr>
          <a:xfrm flipV="1">
            <a:off x="4485809" y="194499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78648D8-DF5F-6E58-D8BB-73D6D1D029C9}"/>
              </a:ext>
            </a:extLst>
          </p:cNvPr>
          <p:cNvCxnSpPr>
            <a:cxnSpLocks/>
          </p:cNvCxnSpPr>
          <p:nvPr/>
        </p:nvCxnSpPr>
        <p:spPr>
          <a:xfrm flipV="1">
            <a:off x="5228686" y="194499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E4498F-36D9-BE65-79CE-66D3A9B836B7}"/>
              </a:ext>
            </a:extLst>
          </p:cNvPr>
          <p:cNvCxnSpPr>
            <a:cxnSpLocks/>
          </p:cNvCxnSpPr>
          <p:nvPr/>
        </p:nvCxnSpPr>
        <p:spPr>
          <a:xfrm flipV="1">
            <a:off x="5970346" y="193861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F0310CC-47E1-0B58-B3D2-D5B23029BA8E}"/>
              </a:ext>
            </a:extLst>
          </p:cNvPr>
          <p:cNvCxnSpPr>
            <a:cxnSpLocks/>
          </p:cNvCxnSpPr>
          <p:nvPr/>
        </p:nvCxnSpPr>
        <p:spPr>
          <a:xfrm flipV="1">
            <a:off x="6612870" y="193188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A2671E4-27B4-23A5-4F85-254506912EFD}"/>
              </a:ext>
            </a:extLst>
          </p:cNvPr>
          <p:cNvCxnSpPr>
            <a:cxnSpLocks/>
          </p:cNvCxnSpPr>
          <p:nvPr/>
        </p:nvCxnSpPr>
        <p:spPr>
          <a:xfrm flipV="1">
            <a:off x="7380011" y="1938610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67A489F-27AF-A089-B35B-6073569D91CC}"/>
              </a:ext>
            </a:extLst>
          </p:cNvPr>
          <p:cNvCxnSpPr>
            <a:cxnSpLocks/>
          </p:cNvCxnSpPr>
          <p:nvPr/>
        </p:nvCxnSpPr>
        <p:spPr>
          <a:xfrm flipV="1">
            <a:off x="8106110" y="1931880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4AA0376-E634-416D-B4C2-49F1D8EE91CD}"/>
              </a:ext>
            </a:extLst>
          </p:cNvPr>
          <p:cNvCxnSpPr/>
          <p:nvPr/>
        </p:nvCxnSpPr>
        <p:spPr>
          <a:xfrm>
            <a:off x="4138527" y="1502546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3323E49-3177-515D-10D9-AFA828D9D181}"/>
              </a:ext>
            </a:extLst>
          </p:cNvPr>
          <p:cNvCxnSpPr/>
          <p:nvPr/>
        </p:nvCxnSpPr>
        <p:spPr>
          <a:xfrm>
            <a:off x="5606600" y="1496159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FA23479-AA66-BC24-268B-5EE2EE059805}"/>
              </a:ext>
            </a:extLst>
          </p:cNvPr>
          <p:cNvSpPr txBox="1"/>
          <p:nvPr/>
        </p:nvSpPr>
        <p:spPr>
          <a:xfrm>
            <a:off x="3847257" y="1489259"/>
            <a:ext cx="4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2FF80A-725C-EEAE-25BE-2FF72460CC5E}"/>
              </a:ext>
            </a:extLst>
          </p:cNvPr>
          <p:cNvSpPr txBox="1"/>
          <p:nvPr/>
        </p:nvSpPr>
        <p:spPr>
          <a:xfrm>
            <a:off x="5634476" y="1489259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8F2C95-188C-753A-9BC8-4B13A1D82F0C}"/>
              </a:ext>
            </a:extLst>
          </p:cNvPr>
          <p:cNvSpPr/>
          <p:nvPr/>
        </p:nvSpPr>
        <p:spPr>
          <a:xfrm>
            <a:off x="2307021" y="3361580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9324E2-9669-95EE-4101-AE2E7B5F277C}"/>
              </a:ext>
            </a:extLst>
          </p:cNvPr>
          <p:cNvSpPr txBox="1"/>
          <p:nvPr/>
        </p:nvSpPr>
        <p:spPr>
          <a:xfrm>
            <a:off x="2252063" y="3410332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2       4      1      7      8      3      9      6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003449F-5DFF-CEFB-F93C-0D4AB16C0441}"/>
              </a:ext>
            </a:extLst>
          </p:cNvPr>
          <p:cNvCxnSpPr>
            <a:cxnSpLocks/>
          </p:cNvCxnSpPr>
          <p:nvPr/>
        </p:nvCxnSpPr>
        <p:spPr>
          <a:xfrm flipV="1">
            <a:off x="3005604" y="3371132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E2928FE-1FDB-8544-C21F-DA3326DD4C1C}"/>
              </a:ext>
            </a:extLst>
          </p:cNvPr>
          <p:cNvCxnSpPr>
            <a:cxnSpLocks/>
          </p:cNvCxnSpPr>
          <p:nvPr/>
        </p:nvCxnSpPr>
        <p:spPr>
          <a:xfrm flipV="1">
            <a:off x="3762956" y="3371132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A17C32-9AEC-5340-019B-ECA2AA988BED}"/>
              </a:ext>
            </a:extLst>
          </p:cNvPr>
          <p:cNvCxnSpPr>
            <a:cxnSpLocks/>
          </p:cNvCxnSpPr>
          <p:nvPr/>
        </p:nvCxnSpPr>
        <p:spPr>
          <a:xfrm flipV="1">
            <a:off x="4485809" y="337113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1C88EB6-DD48-1B92-0C9D-B0D17EECC3A3}"/>
              </a:ext>
            </a:extLst>
          </p:cNvPr>
          <p:cNvCxnSpPr>
            <a:cxnSpLocks/>
          </p:cNvCxnSpPr>
          <p:nvPr/>
        </p:nvCxnSpPr>
        <p:spPr>
          <a:xfrm flipV="1">
            <a:off x="5240818" y="3361580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6B2D304-DE0B-06A4-E30B-3E006E82EDBB}"/>
              </a:ext>
            </a:extLst>
          </p:cNvPr>
          <p:cNvCxnSpPr>
            <a:cxnSpLocks/>
          </p:cNvCxnSpPr>
          <p:nvPr/>
        </p:nvCxnSpPr>
        <p:spPr>
          <a:xfrm flipV="1">
            <a:off x="5971474" y="334645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DDE2352-0880-FE65-5EAE-BF724B6ADEB7}"/>
              </a:ext>
            </a:extLst>
          </p:cNvPr>
          <p:cNvCxnSpPr>
            <a:cxnSpLocks/>
          </p:cNvCxnSpPr>
          <p:nvPr/>
        </p:nvCxnSpPr>
        <p:spPr>
          <a:xfrm flipV="1">
            <a:off x="6612870" y="3371130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20C6AB0-9CF5-8164-ACB2-F678CBDFE18A}"/>
              </a:ext>
            </a:extLst>
          </p:cNvPr>
          <p:cNvCxnSpPr>
            <a:cxnSpLocks/>
          </p:cNvCxnSpPr>
          <p:nvPr/>
        </p:nvCxnSpPr>
        <p:spPr>
          <a:xfrm flipV="1">
            <a:off x="7380011" y="3361580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73285D1-5E12-6D3F-56C0-2DE807EC6661}"/>
              </a:ext>
            </a:extLst>
          </p:cNvPr>
          <p:cNvCxnSpPr>
            <a:cxnSpLocks/>
          </p:cNvCxnSpPr>
          <p:nvPr/>
        </p:nvCxnSpPr>
        <p:spPr>
          <a:xfrm flipV="1">
            <a:off x="8106110" y="3361579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2968E29-A427-951F-E40B-DEBF2E0D5FF2}"/>
              </a:ext>
            </a:extLst>
          </p:cNvPr>
          <p:cNvCxnSpPr/>
          <p:nvPr/>
        </p:nvCxnSpPr>
        <p:spPr>
          <a:xfrm>
            <a:off x="5240818" y="2561145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7AD8D35-9EE4-694C-CF68-131620B940B5}"/>
              </a:ext>
            </a:extLst>
          </p:cNvPr>
          <p:cNvSpPr txBox="1"/>
          <p:nvPr/>
        </p:nvSpPr>
        <p:spPr>
          <a:xfrm>
            <a:off x="5240818" y="2748594"/>
            <a:ext cx="668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𝑗++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E7010F9-7A87-AC60-CC98-3883F2D8FA73}"/>
              </a:ext>
            </a:extLst>
          </p:cNvPr>
          <p:cNvCxnSpPr/>
          <p:nvPr/>
        </p:nvCxnSpPr>
        <p:spPr>
          <a:xfrm>
            <a:off x="6287506" y="2896700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94552EA-C5A7-F2EC-0D6E-24223C0E3DC8}"/>
              </a:ext>
            </a:extLst>
          </p:cNvPr>
          <p:cNvCxnSpPr/>
          <p:nvPr/>
        </p:nvCxnSpPr>
        <p:spPr>
          <a:xfrm>
            <a:off x="4134290" y="2896699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981AB32-7CF6-6A1D-A0F1-23FB96896806}"/>
              </a:ext>
            </a:extLst>
          </p:cNvPr>
          <p:cNvSpPr txBox="1"/>
          <p:nvPr/>
        </p:nvSpPr>
        <p:spPr>
          <a:xfrm>
            <a:off x="3847258" y="2899440"/>
            <a:ext cx="4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0E7009-2F60-324B-1E1F-20C80A2FB292}"/>
              </a:ext>
            </a:extLst>
          </p:cNvPr>
          <p:cNvSpPr txBox="1"/>
          <p:nvPr/>
        </p:nvSpPr>
        <p:spPr>
          <a:xfrm>
            <a:off x="6284276" y="2882012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7E22228-3C62-B845-2EB0-51011F88D490}"/>
              </a:ext>
            </a:extLst>
          </p:cNvPr>
          <p:cNvSpPr txBox="1"/>
          <p:nvPr/>
        </p:nvSpPr>
        <p:spPr>
          <a:xfrm>
            <a:off x="5240818" y="4048063"/>
            <a:ext cx="392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𝑣𝑎𝑙(𝑗)</a:t>
            </a:r>
            <a:r>
              <a:rPr lang="en-GB" dirty="0"/>
              <a:t> &lt; </a:t>
            </a:r>
            <a:r>
              <a:rPr lang="en-IN" dirty="0"/>
              <a:t>𝑝𝑖𝑣𝑜𝑡, 𝑖++ , 𝑠𝑤𝑎𝑝(𝑣𝑎𝑙(𝑖), 𝑣𝑎𝑙(𝑗))</a:t>
            </a:r>
            <a:endParaRPr lang="en-IN" i="1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D86E2B8-2EE3-D180-7811-01E62096E5FE}"/>
              </a:ext>
            </a:extLst>
          </p:cNvPr>
          <p:cNvCxnSpPr/>
          <p:nvPr/>
        </p:nvCxnSpPr>
        <p:spPr>
          <a:xfrm>
            <a:off x="5244561" y="3985273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43831C1D-EA64-F5BD-BD24-FA41C58F87E8}"/>
              </a:ext>
            </a:extLst>
          </p:cNvPr>
          <p:cNvSpPr/>
          <p:nvPr/>
        </p:nvSpPr>
        <p:spPr>
          <a:xfrm>
            <a:off x="2307021" y="4804919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7A1FA4D-2455-C3A5-223F-ED132080AF51}"/>
              </a:ext>
            </a:extLst>
          </p:cNvPr>
          <p:cNvCxnSpPr/>
          <p:nvPr/>
        </p:nvCxnSpPr>
        <p:spPr>
          <a:xfrm>
            <a:off x="4819433" y="4352809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A65CC59-8E71-71CC-9E6D-F5391197B186}"/>
              </a:ext>
            </a:extLst>
          </p:cNvPr>
          <p:cNvSpPr txBox="1"/>
          <p:nvPr/>
        </p:nvSpPr>
        <p:spPr>
          <a:xfrm>
            <a:off x="2244444" y="4816740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2       4      1      3      8      7      9      6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8966EFB-BD85-4701-F31E-19B6548384D4}"/>
              </a:ext>
            </a:extLst>
          </p:cNvPr>
          <p:cNvCxnSpPr>
            <a:cxnSpLocks/>
          </p:cNvCxnSpPr>
          <p:nvPr/>
        </p:nvCxnSpPr>
        <p:spPr>
          <a:xfrm flipV="1">
            <a:off x="3009347" y="4804919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60B58AF-7BF0-3055-9A13-3E3AC0F1C3A7}"/>
              </a:ext>
            </a:extLst>
          </p:cNvPr>
          <p:cNvCxnSpPr>
            <a:cxnSpLocks/>
          </p:cNvCxnSpPr>
          <p:nvPr/>
        </p:nvCxnSpPr>
        <p:spPr>
          <a:xfrm flipV="1">
            <a:off x="3784876" y="480438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7216005-B5E8-E736-0358-34E9A5878AA6}"/>
              </a:ext>
            </a:extLst>
          </p:cNvPr>
          <p:cNvCxnSpPr>
            <a:cxnSpLocks/>
          </p:cNvCxnSpPr>
          <p:nvPr/>
        </p:nvCxnSpPr>
        <p:spPr>
          <a:xfrm flipV="1">
            <a:off x="4489552" y="480438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01D9E15-3A7B-6AF1-30EF-26A7999820CC}"/>
              </a:ext>
            </a:extLst>
          </p:cNvPr>
          <p:cNvCxnSpPr>
            <a:cxnSpLocks/>
          </p:cNvCxnSpPr>
          <p:nvPr/>
        </p:nvCxnSpPr>
        <p:spPr>
          <a:xfrm flipV="1">
            <a:off x="5244561" y="480438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CACB2C9-FCEA-E345-52E1-018B5B44EEA8}"/>
              </a:ext>
            </a:extLst>
          </p:cNvPr>
          <p:cNvCxnSpPr>
            <a:cxnSpLocks/>
          </p:cNvCxnSpPr>
          <p:nvPr/>
        </p:nvCxnSpPr>
        <p:spPr>
          <a:xfrm flipV="1">
            <a:off x="6007645" y="4804384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99E69DF-74C9-1A0B-21FB-146E86988729}"/>
              </a:ext>
            </a:extLst>
          </p:cNvPr>
          <p:cNvCxnSpPr>
            <a:cxnSpLocks/>
          </p:cNvCxnSpPr>
          <p:nvPr/>
        </p:nvCxnSpPr>
        <p:spPr>
          <a:xfrm flipV="1">
            <a:off x="6612870" y="4804383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9D22B4A-9F10-D818-DE1F-029F22E7EA15}"/>
              </a:ext>
            </a:extLst>
          </p:cNvPr>
          <p:cNvCxnSpPr>
            <a:cxnSpLocks/>
          </p:cNvCxnSpPr>
          <p:nvPr/>
        </p:nvCxnSpPr>
        <p:spPr>
          <a:xfrm flipV="1">
            <a:off x="7380011" y="4804383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915D267-1FD2-84C9-E7E9-1E238666DDBC}"/>
              </a:ext>
            </a:extLst>
          </p:cNvPr>
          <p:cNvCxnSpPr>
            <a:cxnSpLocks/>
          </p:cNvCxnSpPr>
          <p:nvPr/>
        </p:nvCxnSpPr>
        <p:spPr>
          <a:xfrm flipV="1">
            <a:off x="8106110" y="4804382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68E4AC8-42D1-4DD5-A078-CEB677ACCDC8}"/>
              </a:ext>
            </a:extLst>
          </p:cNvPr>
          <p:cNvSpPr txBox="1"/>
          <p:nvPr/>
        </p:nvSpPr>
        <p:spPr>
          <a:xfrm>
            <a:off x="4571057" y="4352809"/>
            <a:ext cx="4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7CCA3F9-5EB2-0886-5266-3BA7FDF0D983}"/>
              </a:ext>
            </a:extLst>
          </p:cNvPr>
          <p:cNvCxnSpPr/>
          <p:nvPr/>
        </p:nvCxnSpPr>
        <p:spPr>
          <a:xfrm>
            <a:off x="6284276" y="4361931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9429208-1CD1-23B3-D11D-4E7CC8BAE12B}"/>
              </a:ext>
            </a:extLst>
          </p:cNvPr>
          <p:cNvSpPr txBox="1"/>
          <p:nvPr/>
        </p:nvSpPr>
        <p:spPr>
          <a:xfrm>
            <a:off x="6280378" y="4354843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pic>
        <p:nvPicPr>
          <p:cNvPr id="2" name="Picture 1" descr="A bridge with a bridge and mountains&#10;&#10;Description automatically generated">
            <a:extLst>
              <a:ext uri="{FF2B5EF4-FFF2-40B4-BE49-F238E27FC236}">
                <a16:creationId xmlns:a16="http://schemas.microsoft.com/office/drawing/2014/main" id="{EC8EF081-0346-A177-2868-F14F8B49E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250" y="184727"/>
            <a:ext cx="964929" cy="62926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A5E01B-6394-1939-7FBD-BD4314D8D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74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/>
      <p:bldP spid="21" grpId="0"/>
      <p:bldP spid="32" grpId="0"/>
      <p:bldP spid="33" grpId="0"/>
      <p:bldP spid="34" grpId="0" animBg="1"/>
      <p:bldP spid="35" grpId="0"/>
      <p:bldP spid="45" grpId="0"/>
      <p:bldP spid="48" grpId="0"/>
      <p:bldP spid="49" grpId="0"/>
      <p:bldP spid="50" grpId="0"/>
      <p:bldP spid="52" grpId="0" animBg="1"/>
      <p:bldP spid="54" grpId="0"/>
      <p:bldP spid="64" grpId="0"/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DDCF7F-55A2-B1D6-4A21-3E25378227D7}"/>
              </a:ext>
            </a:extLst>
          </p:cNvPr>
          <p:cNvSpPr/>
          <p:nvPr/>
        </p:nvSpPr>
        <p:spPr>
          <a:xfrm>
            <a:off x="2432856" y="646707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005C4-E692-CAAE-470F-5D7A611D9F38}"/>
              </a:ext>
            </a:extLst>
          </p:cNvPr>
          <p:cNvSpPr txBox="1"/>
          <p:nvPr/>
        </p:nvSpPr>
        <p:spPr>
          <a:xfrm>
            <a:off x="2358207" y="646707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2       4      1      3      8      7      9      6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861BE9-6FF3-2B14-F404-97E429FD01FC}"/>
              </a:ext>
            </a:extLst>
          </p:cNvPr>
          <p:cNvCxnSpPr>
            <a:cxnSpLocks/>
          </p:cNvCxnSpPr>
          <p:nvPr/>
        </p:nvCxnSpPr>
        <p:spPr>
          <a:xfrm flipV="1">
            <a:off x="3193905" y="64670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862DFC-B61C-32B8-985E-64C0CB84A4C6}"/>
              </a:ext>
            </a:extLst>
          </p:cNvPr>
          <p:cNvCxnSpPr>
            <a:cxnSpLocks/>
          </p:cNvCxnSpPr>
          <p:nvPr/>
        </p:nvCxnSpPr>
        <p:spPr>
          <a:xfrm flipV="1">
            <a:off x="4661978" y="64670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32551E-EBBB-0486-8CDC-64836B645D73}"/>
              </a:ext>
            </a:extLst>
          </p:cNvPr>
          <p:cNvCxnSpPr>
            <a:cxnSpLocks/>
          </p:cNvCxnSpPr>
          <p:nvPr/>
        </p:nvCxnSpPr>
        <p:spPr>
          <a:xfrm flipV="1">
            <a:off x="5334495" y="64670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546896-CA35-1C86-D167-55F640265C6F}"/>
              </a:ext>
            </a:extLst>
          </p:cNvPr>
          <p:cNvCxnSpPr>
            <a:cxnSpLocks/>
          </p:cNvCxnSpPr>
          <p:nvPr/>
        </p:nvCxnSpPr>
        <p:spPr>
          <a:xfrm flipV="1">
            <a:off x="6096000" y="64670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4C8CAB-66E6-7AEC-85CE-B26145F39B67}"/>
              </a:ext>
            </a:extLst>
          </p:cNvPr>
          <p:cNvCxnSpPr>
            <a:cxnSpLocks/>
          </p:cNvCxnSpPr>
          <p:nvPr/>
        </p:nvCxnSpPr>
        <p:spPr>
          <a:xfrm flipV="1">
            <a:off x="6830533" y="64670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B5BDBC-ABF1-C1CB-FA02-2B165881CFDE}"/>
              </a:ext>
            </a:extLst>
          </p:cNvPr>
          <p:cNvCxnSpPr>
            <a:cxnSpLocks/>
          </p:cNvCxnSpPr>
          <p:nvPr/>
        </p:nvCxnSpPr>
        <p:spPr>
          <a:xfrm flipV="1">
            <a:off x="7486272" y="64670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EABFAB-6DE5-B4BE-8E75-F0DFB09E8D32}"/>
              </a:ext>
            </a:extLst>
          </p:cNvPr>
          <p:cNvCxnSpPr>
            <a:cxnSpLocks/>
          </p:cNvCxnSpPr>
          <p:nvPr/>
        </p:nvCxnSpPr>
        <p:spPr>
          <a:xfrm flipV="1">
            <a:off x="8259457" y="64670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26D832-FED4-97D0-C245-DE01475EFB18}"/>
              </a:ext>
            </a:extLst>
          </p:cNvPr>
          <p:cNvCxnSpPr>
            <a:cxnSpLocks/>
          </p:cNvCxnSpPr>
          <p:nvPr/>
        </p:nvCxnSpPr>
        <p:spPr>
          <a:xfrm flipV="1">
            <a:off x="3940525" y="64670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2368DB-F178-29CB-3973-22D148160BC7}"/>
              </a:ext>
            </a:extLst>
          </p:cNvPr>
          <p:cNvCxnSpPr/>
          <p:nvPr/>
        </p:nvCxnSpPr>
        <p:spPr>
          <a:xfrm>
            <a:off x="4981579" y="204256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21ABF9-A1F8-153E-6870-7418C5AE39F9}"/>
              </a:ext>
            </a:extLst>
          </p:cNvPr>
          <p:cNvCxnSpPr/>
          <p:nvPr/>
        </p:nvCxnSpPr>
        <p:spPr>
          <a:xfrm>
            <a:off x="6467828" y="204256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48338E8-C9C1-B8B1-BB3B-D395358005D0}"/>
              </a:ext>
            </a:extLst>
          </p:cNvPr>
          <p:cNvSpPr txBox="1"/>
          <p:nvPr/>
        </p:nvSpPr>
        <p:spPr>
          <a:xfrm>
            <a:off x="5334495" y="1349091"/>
            <a:ext cx="326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𝑣𝑎𝑙(𝑗)</a:t>
            </a:r>
            <a:r>
              <a:rPr lang="en-GB" dirty="0"/>
              <a:t> &gt; </a:t>
            </a:r>
            <a:r>
              <a:rPr lang="en-IN" dirty="0"/>
              <a:t>𝑝𝑖𝑣𝑜𝑡, 𝐼𝐺𝑁𝑂𝑅𝐸, 𝑗++ </a:t>
            </a:r>
            <a:endParaRPr lang="en-IN" i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3ED76D-17F2-3086-907E-AB23363BDA2C}"/>
              </a:ext>
            </a:extLst>
          </p:cNvPr>
          <p:cNvCxnSpPr/>
          <p:nvPr/>
        </p:nvCxnSpPr>
        <p:spPr>
          <a:xfrm>
            <a:off x="5334495" y="1275972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90E4922-6486-1EF2-30D7-DF63EC078D3C}"/>
              </a:ext>
            </a:extLst>
          </p:cNvPr>
          <p:cNvSpPr txBox="1"/>
          <p:nvPr/>
        </p:nvSpPr>
        <p:spPr>
          <a:xfrm>
            <a:off x="4752980" y="204256"/>
            <a:ext cx="4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3CE77B-39F1-5866-0C25-47FC9B890C8B}"/>
              </a:ext>
            </a:extLst>
          </p:cNvPr>
          <p:cNvSpPr txBox="1"/>
          <p:nvPr/>
        </p:nvSpPr>
        <p:spPr>
          <a:xfrm>
            <a:off x="6461468" y="204256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518B0C-A731-2E95-0D78-C968DBEA55AA}"/>
              </a:ext>
            </a:extLst>
          </p:cNvPr>
          <p:cNvSpPr/>
          <p:nvPr/>
        </p:nvSpPr>
        <p:spPr>
          <a:xfrm>
            <a:off x="2432856" y="2085959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A0B5CD-F7AD-253F-625B-86CB9F5799B7}"/>
              </a:ext>
            </a:extLst>
          </p:cNvPr>
          <p:cNvCxnSpPr>
            <a:cxnSpLocks/>
          </p:cNvCxnSpPr>
          <p:nvPr/>
        </p:nvCxnSpPr>
        <p:spPr>
          <a:xfrm flipV="1">
            <a:off x="6120265" y="20859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094E993-3639-6195-7ECE-1DAF59AB6D7F}"/>
              </a:ext>
            </a:extLst>
          </p:cNvPr>
          <p:cNvCxnSpPr>
            <a:cxnSpLocks/>
          </p:cNvCxnSpPr>
          <p:nvPr/>
        </p:nvCxnSpPr>
        <p:spPr>
          <a:xfrm flipV="1">
            <a:off x="5334495" y="2085956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941BBA-5C8D-CED4-FFC1-C10741AEC6D1}"/>
              </a:ext>
            </a:extLst>
          </p:cNvPr>
          <p:cNvCxnSpPr>
            <a:cxnSpLocks/>
          </p:cNvCxnSpPr>
          <p:nvPr/>
        </p:nvCxnSpPr>
        <p:spPr>
          <a:xfrm flipV="1">
            <a:off x="4647094" y="208595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1A94ACC-E446-66D1-8033-4827CC21ADA3}"/>
              </a:ext>
            </a:extLst>
          </p:cNvPr>
          <p:cNvCxnSpPr>
            <a:cxnSpLocks/>
          </p:cNvCxnSpPr>
          <p:nvPr/>
        </p:nvCxnSpPr>
        <p:spPr>
          <a:xfrm flipV="1">
            <a:off x="3927039" y="208595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E3612F-559A-F5DF-01CF-4C3FD8976C65}"/>
              </a:ext>
            </a:extLst>
          </p:cNvPr>
          <p:cNvCxnSpPr>
            <a:cxnSpLocks/>
          </p:cNvCxnSpPr>
          <p:nvPr/>
        </p:nvCxnSpPr>
        <p:spPr>
          <a:xfrm flipV="1">
            <a:off x="3193905" y="2085959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A8E4DA6-0884-2830-E064-8FB91E104B44}"/>
              </a:ext>
            </a:extLst>
          </p:cNvPr>
          <p:cNvSpPr txBox="1"/>
          <p:nvPr/>
        </p:nvSpPr>
        <p:spPr>
          <a:xfrm>
            <a:off x="2358207" y="2132520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2       4      1      3      8      7      9      6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0A408C-EBE7-50DB-88A3-60C35EDE9D78}"/>
              </a:ext>
            </a:extLst>
          </p:cNvPr>
          <p:cNvCxnSpPr>
            <a:cxnSpLocks/>
          </p:cNvCxnSpPr>
          <p:nvPr/>
        </p:nvCxnSpPr>
        <p:spPr>
          <a:xfrm flipV="1">
            <a:off x="8259457" y="20859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17FDE61-8EF6-5A21-7474-69DE896E2266}"/>
              </a:ext>
            </a:extLst>
          </p:cNvPr>
          <p:cNvCxnSpPr>
            <a:cxnSpLocks/>
          </p:cNvCxnSpPr>
          <p:nvPr/>
        </p:nvCxnSpPr>
        <p:spPr>
          <a:xfrm flipV="1">
            <a:off x="7486272" y="20859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D55CE3-6F0F-6F40-FF31-191B55C94B0A}"/>
              </a:ext>
            </a:extLst>
          </p:cNvPr>
          <p:cNvCxnSpPr>
            <a:cxnSpLocks/>
          </p:cNvCxnSpPr>
          <p:nvPr/>
        </p:nvCxnSpPr>
        <p:spPr>
          <a:xfrm flipV="1">
            <a:off x="6832427" y="2078366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8ACEA81-98CE-98B3-30FD-8BC27160D235}"/>
              </a:ext>
            </a:extLst>
          </p:cNvPr>
          <p:cNvSpPr txBox="1"/>
          <p:nvPr/>
        </p:nvSpPr>
        <p:spPr>
          <a:xfrm>
            <a:off x="4752980" y="1643508"/>
            <a:ext cx="277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54EA990-ABF8-492C-1233-9F66B5F484E0}"/>
              </a:ext>
            </a:extLst>
          </p:cNvPr>
          <p:cNvCxnSpPr/>
          <p:nvPr/>
        </p:nvCxnSpPr>
        <p:spPr>
          <a:xfrm>
            <a:off x="4989885" y="1635915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47A10A-1E9C-D359-9D31-7ED7FC3E264A}"/>
              </a:ext>
            </a:extLst>
          </p:cNvPr>
          <p:cNvCxnSpPr/>
          <p:nvPr/>
        </p:nvCxnSpPr>
        <p:spPr>
          <a:xfrm>
            <a:off x="7147337" y="1635914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6907015-C525-B353-C1EA-8F27F97B6CE0}"/>
              </a:ext>
            </a:extLst>
          </p:cNvPr>
          <p:cNvSpPr txBox="1"/>
          <p:nvPr/>
        </p:nvSpPr>
        <p:spPr>
          <a:xfrm>
            <a:off x="7130475" y="1631969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5BAAE28-9013-B1B5-0528-5F3B3D192AD9}"/>
              </a:ext>
            </a:extLst>
          </p:cNvPr>
          <p:cNvSpPr/>
          <p:nvPr/>
        </p:nvSpPr>
        <p:spPr>
          <a:xfrm>
            <a:off x="2432856" y="3525205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AAC82AA-206F-0E67-11E8-A3C4D32F5101}"/>
              </a:ext>
            </a:extLst>
          </p:cNvPr>
          <p:cNvCxnSpPr/>
          <p:nvPr/>
        </p:nvCxnSpPr>
        <p:spPr>
          <a:xfrm>
            <a:off x="5334495" y="2715220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125B7D4-A81A-EB08-2EEB-6B8B671607E8}"/>
              </a:ext>
            </a:extLst>
          </p:cNvPr>
          <p:cNvSpPr txBox="1"/>
          <p:nvPr/>
        </p:nvSpPr>
        <p:spPr>
          <a:xfrm>
            <a:off x="2358207" y="3544535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2       4      1      3      8      7      9      6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F95F724-6693-3932-81D5-60912B9B934F}"/>
              </a:ext>
            </a:extLst>
          </p:cNvPr>
          <p:cNvCxnSpPr>
            <a:cxnSpLocks/>
          </p:cNvCxnSpPr>
          <p:nvPr/>
        </p:nvCxnSpPr>
        <p:spPr>
          <a:xfrm flipV="1">
            <a:off x="3176225" y="352520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DABC46F-FFF8-328E-23C2-A27D73FE58D9}"/>
              </a:ext>
            </a:extLst>
          </p:cNvPr>
          <p:cNvCxnSpPr>
            <a:cxnSpLocks/>
          </p:cNvCxnSpPr>
          <p:nvPr/>
        </p:nvCxnSpPr>
        <p:spPr>
          <a:xfrm flipV="1">
            <a:off x="3927039" y="352520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0032881-F4A3-9A4F-E4AC-3FA1EDB96812}"/>
              </a:ext>
            </a:extLst>
          </p:cNvPr>
          <p:cNvCxnSpPr>
            <a:cxnSpLocks/>
          </p:cNvCxnSpPr>
          <p:nvPr/>
        </p:nvCxnSpPr>
        <p:spPr>
          <a:xfrm flipV="1">
            <a:off x="4647094" y="3522289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FDBBDBC-ED1E-923C-6109-7E6178CE628B}"/>
              </a:ext>
            </a:extLst>
          </p:cNvPr>
          <p:cNvCxnSpPr>
            <a:cxnSpLocks/>
          </p:cNvCxnSpPr>
          <p:nvPr/>
        </p:nvCxnSpPr>
        <p:spPr>
          <a:xfrm flipV="1">
            <a:off x="5334495" y="3522289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2BE9517-87DE-D31A-0C1D-6E66B84D3EE4}"/>
              </a:ext>
            </a:extLst>
          </p:cNvPr>
          <p:cNvCxnSpPr>
            <a:cxnSpLocks/>
          </p:cNvCxnSpPr>
          <p:nvPr/>
        </p:nvCxnSpPr>
        <p:spPr>
          <a:xfrm flipV="1">
            <a:off x="8259457" y="352228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70733FB-9AFC-3049-761D-F576278C16C8}"/>
              </a:ext>
            </a:extLst>
          </p:cNvPr>
          <p:cNvCxnSpPr>
            <a:cxnSpLocks/>
          </p:cNvCxnSpPr>
          <p:nvPr/>
        </p:nvCxnSpPr>
        <p:spPr>
          <a:xfrm flipV="1">
            <a:off x="7545491" y="352228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51026D2-0B37-DB72-A575-5B4FDDA8C37C}"/>
              </a:ext>
            </a:extLst>
          </p:cNvPr>
          <p:cNvCxnSpPr>
            <a:cxnSpLocks/>
          </p:cNvCxnSpPr>
          <p:nvPr/>
        </p:nvCxnSpPr>
        <p:spPr>
          <a:xfrm flipV="1">
            <a:off x="6830533" y="352228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6AD7A4B-3D09-1A00-C699-99B2199A45FC}"/>
              </a:ext>
            </a:extLst>
          </p:cNvPr>
          <p:cNvCxnSpPr>
            <a:cxnSpLocks/>
          </p:cNvCxnSpPr>
          <p:nvPr/>
        </p:nvCxnSpPr>
        <p:spPr>
          <a:xfrm flipV="1">
            <a:off x="6120265" y="3522289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7DE9715-F107-0FB4-A58D-8545769D95E3}"/>
              </a:ext>
            </a:extLst>
          </p:cNvPr>
          <p:cNvSpPr txBox="1"/>
          <p:nvPr/>
        </p:nvSpPr>
        <p:spPr>
          <a:xfrm>
            <a:off x="5334495" y="2761092"/>
            <a:ext cx="326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𝑣𝑎𝑙(𝑗)</a:t>
            </a:r>
            <a:r>
              <a:rPr lang="en-GB" dirty="0"/>
              <a:t> &gt; </a:t>
            </a:r>
            <a:r>
              <a:rPr lang="en-IN" dirty="0"/>
              <a:t>𝑝𝑖𝑣𝑜𝑡, 𝐼𝐺𝑁𝑂𝑅𝐸, 𝑗++ </a:t>
            </a:r>
            <a:endParaRPr lang="en-IN" i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A1CF7F4-D3C8-865A-6021-B04FA37B6B56}"/>
              </a:ext>
            </a:extLst>
          </p:cNvPr>
          <p:cNvCxnSpPr/>
          <p:nvPr/>
        </p:nvCxnSpPr>
        <p:spPr>
          <a:xfrm>
            <a:off x="4989885" y="3079836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8CF2B65-B0B9-F475-F119-F16A7DA9A574}"/>
              </a:ext>
            </a:extLst>
          </p:cNvPr>
          <p:cNvSpPr txBox="1"/>
          <p:nvPr/>
        </p:nvSpPr>
        <p:spPr>
          <a:xfrm>
            <a:off x="4716787" y="3076918"/>
            <a:ext cx="277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592A4E8-9506-CCF3-D0C4-3BB2C3CF01F5}"/>
              </a:ext>
            </a:extLst>
          </p:cNvPr>
          <p:cNvCxnSpPr/>
          <p:nvPr/>
        </p:nvCxnSpPr>
        <p:spPr>
          <a:xfrm>
            <a:off x="7910652" y="3079836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18B730D-BF3B-4685-FF7F-87F4407B3941}"/>
              </a:ext>
            </a:extLst>
          </p:cNvPr>
          <p:cNvSpPr txBox="1"/>
          <p:nvPr/>
        </p:nvSpPr>
        <p:spPr>
          <a:xfrm>
            <a:off x="7891525" y="3076918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4B48AFE-7A24-2B6B-FBDB-56837E05D4BC}"/>
              </a:ext>
            </a:extLst>
          </p:cNvPr>
          <p:cNvSpPr/>
          <p:nvPr/>
        </p:nvSpPr>
        <p:spPr>
          <a:xfrm>
            <a:off x="2432856" y="4952763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56AA4BB-4C58-1E70-EF2D-38DE605975D4}"/>
              </a:ext>
            </a:extLst>
          </p:cNvPr>
          <p:cNvCxnSpPr/>
          <p:nvPr/>
        </p:nvCxnSpPr>
        <p:spPr>
          <a:xfrm>
            <a:off x="5334495" y="4151552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381A537-1143-61DB-F9CE-F254DC961325}"/>
              </a:ext>
            </a:extLst>
          </p:cNvPr>
          <p:cNvSpPr txBox="1"/>
          <p:nvPr/>
        </p:nvSpPr>
        <p:spPr>
          <a:xfrm>
            <a:off x="2358207" y="4997253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2       4      1      3      8      7      9      6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1555D9-685E-70CF-31F1-17AB7B9B84CE}"/>
              </a:ext>
            </a:extLst>
          </p:cNvPr>
          <p:cNvCxnSpPr>
            <a:cxnSpLocks/>
          </p:cNvCxnSpPr>
          <p:nvPr/>
        </p:nvCxnSpPr>
        <p:spPr>
          <a:xfrm flipV="1">
            <a:off x="3193905" y="4952762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87EB026-9BC0-054E-AE12-C92158440D3D}"/>
              </a:ext>
            </a:extLst>
          </p:cNvPr>
          <p:cNvCxnSpPr>
            <a:cxnSpLocks/>
          </p:cNvCxnSpPr>
          <p:nvPr/>
        </p:nvCxnSpPr>
        <p:spPr>
          <a:xfrm flipV="1">
            <a:off x="3927039" y="4961539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ECFB029-EB07-22A6-3A1B-20B4DAB8FDC4}"/>
              </a:ext>
            </a:extLst>
          </p:cNvPr>
          <p:cNvCxnSpPr>
            <a:cxnSpLocks/>
          </p:cNvCxnSpPr>
          <p:nvPr/>
        </p:nvCxnSpPr>
        <p:spPr>
          <a:xfrm flipV="1">
            <a:off x="4681427" y="495276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D34759A-ED30-D6DC-4A72-146398A2C351}"/>
              </a:ext>
            </a:extLst>
          </p:cNvPr>
          <p:cNvCxnSpPr>
            <a:cxnSpLocks/>
          </p:cNvCxnSpPr>
          <p:nvPr/>
        </p:nvCxnSpPr>
        <p:spPr>
          <a:xfrm flipV="1">
            <a:off x="5334495" y="494891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C4C708-BA29-CBB0-8AE1-1D003C3A2A89}"/>
              </a:ext>
            </a:extLst>
          </p:cNvPr>
          <p:cNvCxnSpPr>
            <a:cxnSpLocks/>
          </p:cNvCxnSpPr>
          <p:nvPr/>
        </p:nvCxnSpPr>
        <p:spPr>
          <a:xfrm flipV="1">
            <a:off x="6120265" y="494891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0E54562-86D2-FA0C-C793-73C42EED8814}"/>
              </a:ext>
            </a:extLst>
          </p:cNvPr>
          <p:cNvCxnSpPr>
            <a:cxnSpLocks/>
          </p:cNvCxnSpPr>
          <p:nvPr/>
        </p:nvCxnSpPr>
        <p:spPr>
          <a:xfrm flipV="1">
            <a:off x="6830533" y="496153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737BE9B-7382-B518-B915-68C10EF5C7B7}"/>
              </a:ext>
            </a:extLst>
          </p:cNvPr>
          <p:cNvCxnSpPr>
            <a:cxnSpLocks/>
          </p:cNvCxnSpPr>
          <p:nvPr/>
        </p:nvCxnSpPr>
        <p:spPr>
          <a:xfrm flipV="1">
            <a:off x="7545491" y="494891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AF1BA36-38BD-7D47-F05E-FFB95F40AEE0}"/>
              </a:ext>
            </a:extLst>
          </p:cNvPr>
          <p:cNvCxnSpPr>
            <a:cxnSpLocks/>
          </p:cNvCxnSpPr>
          <p:nvPr/>
        </p:nvCxnSpPr>
        <p:spPr>
          <a:xfrm flipV="1">
            <a:off x="8282820" y="4948916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D0A48C9-BF97-BAB6-19CE-037EDF6601BD}"/>
              </a:ext>
            </a:extLst>
          </p:cNvPr>
          <p:cNvSpPr txBox="1"/>
          <p:nvPr/>
        </p:nvSpPr>
        <p:spPr>
          <a:xfrm>
            <a:off x="5334495" y="4205564"/>
            <a:ext cx="326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𝑣𝑎𝑙(𝑗)</a:t>
            </a:r>
            <a:r>
              <a:rPr lang="en-GB" dirty="0"/>
              <a:t> &gt; </a:t>
            </a:r>
            <a:r>
              <a:rPr lang="en-IN" dirty="0"/>
              <a:t>𝑝𝑖𝑣𝑜𝑡, 𝐼𝐺𝑁𝑂𝑅𝐸, 𝑗++ </a:t>
            </a:r>
            <a:endParaRPr lang="en-IN" i="1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A621CC2-5A34-4E3B-0512-F1816F6DE304}"/>
              </a:ext>
            </a:extLst>
          </p:cNvPr>
          <p:cNvCxnSpPr/>
          <p:nvPr/>
        </p:nvCxnSpPr>
        <p:spPr>
          <a:xfrm>
            <a:off x="5030188" y="4506465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FF1D0AD-3314-1655-74D7-445D4F67F17F}"/>
              </a:ext>
            </a:extLst>
          </p:cNvPr>
          <p:cNvSpPr txBox="1"/>
          <p:nvPr/>
        </p:nvSpPr>
        <p:spPr>
          <a:xfrm>
            <a:off x="4754258" y="4506465"/>
            <a:ext cx="277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235EC58-8147-D91E-CA76-5A5913C19EEA}"/>
              </a:ext>
            </a:extLst>
          </p:cNvPr>
          <p:cNvCxnSpPr/>
          <p:nvPr/>
        </p:nvCxnSpPr>
        <p:spPr>
          <a:xfrm>
            <a:off x="8665662" y="4506465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D1CFEDE-968D-6FBE-7DB2-0FDACB1B76B7}"/>
              </a:ext>
            </a:extLst>
          </p:cNvPr>
          <p:cNvSpPr txBox="1"/>
          <p:nvPr/>
        </p:nvSpPr>
        <p:spPr>
          <a:xfrm>
            <a:off x="8672197" y="4481305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6E95292E-8195-3441-EB9A-AD1C5C0DD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pic>
        <p:nvPicPr>
          <p:cNvPr id="65" name="Picture 64" descr="A bridge with a bridge and mountains&#10;&#10;Description automatically generated">
            <a:extLst>
              <a:ext uri="{FF2B5EF4-FFF2-40B4-BE49-F238E27FC236}">
                <a16:creationId xmlns:a16="http://schemas.microsoft.com/office/drawing/2014/main" id="{FBE18051-AFE7-9CFD-121E-F42CC3F37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250" y="184727"/>
            <a:ext cx="964929" cy="62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17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 animBg="1"/>
      <p:bldP spid="26" grpId="0"/>
      <p:bldP spid="31" grpId="0"/>
      <p:bldP spid="34" grpId="0"/>
      <p:bldP spid="36" grpId="0" animBg="1"/>
      <p:bldP spid="39" grpId="0"/>
      <p:bldP spid="2" grpId="0"/>
      <p:bldP spid="27" grpId="0"/>
      <p:bldP spid="38" grpId="0"/>
      <p:bldP spid="48" grpId="0" animBg="1"/>
      <p:bldP spid="50" grpId="0"/>
      <p:bldP spid="59" grpId="0"/>
      <p:bldP spid="61" grpId="0"/>
      <p:bldP spid="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E7DFB6-01D9-4B7E-BA96-C07A949DEDDA}"/>
              </a:ext>
            </a:extLst>
          </p:cNvPr>
          <p:cNvSpPr/>
          <p:nvPr/>
        </p:nvSpPr>
        <p:spPr>
          <a:xfrm>
            <a:off x="2441245" y="691155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72463-3E61-1316-7A89-1DDDB5FA5C6F}"/>
              </a:ext>
            </a:extLst>
          </p:cNvPr>
          <p:cNvSpPr txBox="1"/>
          <p:nvPr/>
        </p:nvSpPr>
        <p:spPr>
          <a:xfrm>
            <a:off x="2358207" y="713399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2       4      1      3      8      7      9      6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A26171-998D-4389-83A7-A790740C3284}"/>
              </a:ext>
            </a:extLst>
          </p:cNvPr>
          <p:cNvCxnSpPr>
            <a:cxnSpLocks/>
          </p:cNvCxnSpPr>
          <p:nvPr/>
        </p:nvCxnSpPr>
        <p:spPr>
          <a:xfrm flipV="1">
            <a:off x="8210521" y="6911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AC4DDE-85A5-0F38-92B3-64F1AE6EA12E}"/>
              </a:ext>
            </a:extLst>
          </p:cNvPr>
          <p:cNvCxnSpPr>
            <a:cxnSpLocks/>
          </p:cNvCxnSpPr>
          <p:nvPr/>
        </p:nvCxnSpPr>
        <p:spPr>
          <a:xfrm flipV="1">
            <a:off x="7473689" y="6911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7E8AC4-EEDA-F048-F2C3-4987514B240A}"/>
              </a:ext>
            </a:extLst>
          </p:cNvPr>
          <p:cNvCxnSpPr>
            <a:cxnSpLocks/>
          </p:cNvCxnSpPr>
          <p:nvPr/>
        </p:nvCxnSpPr>
        <p:spPr>
          <a:xfrm flipV="1">
            <a:off x="6770412" y="668909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CF1E3B-F080-E44A-E8EB-4CD36374716C}"/>
              </a:ext>
            </a:extLst>
          </p:cNvPr>
          <p:cNvCxnSpPr>
            <a:cxnSpLocks/>
          </p:cNvCxnSpPr>
          <p:nvPr/>
        </p:nvCxnSpPr>
        <p:spPr>
          <a:xfrm flipV="1">
            <a:off x="6096000" y="6911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6C015C-66A4-2DDA-AC93-EA3F607CCC97}"/>
              </a:ext>
            </a:extLst>
          </p:cNvPr>
          <p:cNvCxnSpPr>
            <a:cxnSpLocks/>
          </p:cNvCxnSpPr>
          <p:nvPr/>
        </p:nvCxnSpPr>
        <p:spPr>
          <a:xfrm flipV="1">
            <a:off x="5363857" y="6911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446246-C944-7279-413C-123FE6219730}"/>
              </a:ext>
            </a:extLst>
          </p:cNvPr>
          <p:cNvCxnSpPr>
            <a:cxnSpLocks/>
          </p:cNvCxnSpPr>
          <p:nvPr/>
        </p:nvCxnSpPr>
        <p:spPr>
          <a:xfrm flipV="1">
            <a:off x="4610246" y="6911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1374C1-82AA-8CC8-EDFB-43F96046678A}"/>
              </a:ext>
            </a:extLst>
          </p:cNvPr>
          <p:cNvCxnSpPr>
            <a:cxnSpLocks/>
          </p:cNvCxnSpPr>
          <p:nvPr/>
        </p:nvCxnSpPr>
        <p:spPr>
          <a:xfrm flipV="1">
            <a:off x="3955905" y="6911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603C65-2418-E758-FC9E-E22BEF1888C2}"/>
              </a:ext>
            </a:extLst>
          </p:cNvPr>
          <p:cNvCxnSpPr>
            <a:cxnSpLocks/>
          </p:cNvCxnSpPr>
          <p:nvPr/>
        </p:nvCxnSpPr>
        <p:spPr>
          <a:xfrm flipV="1">
            <a:off x="3193905" y="69115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37D26CB-ECAB-7A5E-67FA-571840E5BE63}"/>
              </a:ext>
            </a:extLst>
          </p:cNvPr>
          <p:cNvCxnSpPr/>
          <p:nvPr/>
        </p:nvCxnSpPr>
        <p:spPr>
          <a:xfrm>
            <a:off x="5021799" y="226458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876F603-7882-3029-4D93-3A7C8FC74CF4}"/>
              </a:ext>
            </a:extLst>
          </p:cNvPr>
          <p:cNvCxnSpPr/>
          <p:nvPr/>
        </p:nvCxnSpPr>
        <p:spPr>
          <a:xfrm>
            <a:off x="8595510" y="226458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C32A6A5-03AC-3448-25E3-DE2B02D0C315}"/>
              </a:ext>
            </a:extLst>
          </p:cNvPr>
          <p:cNvSpPr txBox="1"/>
          <p:nvPr/>
        </p:nvSpPr>
        <p:spPr>
          <a:xfrm>
            <a:off x="4744591" y="226458"/>
            <a:ext cx="277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262B26-0019-02AB-7DB6-6251F8312AF6}"/>
              </a:ext>
            </a:extLst>
          </p:cNvPr>
          <p:cNvSpPr txBox="1"/>
          <p:nvPr/>
        </p:nvSpPr>
        <p:spPr>
          <a:xfrm>
            <a:off x="8595509" y="204212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8FE19E4-B870-CF5D-35FE-96F2399400EA}"/>
              </a:ext>
            </a:extLst>
          </p:cNvPr>
          <p:cNvCxnSpPr/>
          <p:nvPr/>
        </p:nvCxnSpPr>
        <p:spPr>
          <a:xfrm>
            <a:off x="5363857" y="1320420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9787EED-25A2-D37C-AD91-7D13906D8BCD}"/>
              </a:ext>
            </a:extLst>
          </p:cNvPr>
          <p:cNvSpPr txBox="1"/>
          <p:nvPr/>
        </p:nvSpPr>
        <p:spPr>
          <a:xfrm>
            <a:off x="5363857" y="1485373"/>
            <a:ext cx="5508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  <a:r>
              <a:rPr lang="en-GB" i="1" dirty="0"/>
              <a:t> pointing to pivot, </a:t>
            </a:r>
            <a:r>
              <a:rPr lang="en-IN" dirty="0"/>
              <a:t>𝑖</a:t>
            </a:r>
            <a:r>
              <a:rPr lang="en-GB" i="1" dirty="0"/>
              <a:t>++, swap(value(</a:t>
            </a:r>
            <a:r>
              <a:rPr lang="en-IN" dirty="0"/>
              <a:t>𝑖</a:t>
            </a:r>
            <a:r>
              <a:rPr lang="en-GB" i="1" dirty="0"/>
              <a:t>), pivot)</a:t>
            </a:r>
            <a:endParaRPr lang="en-IN" i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76A08F-10A5-0010-9D86-6158321358D3}"/>
              </a:ext>
            </a:extLst>
          </p:cNvPr>
          <p:cNvSpPr/>
          <p:nvPr/>
        </p:nvSpPr>
        <p:spPr>
          <a:xfrm>
            <a:off x="2441245" y="2130407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FDD02C-5F7A-2F4F-6C6D-1A8554493778}"/>
              </a:ext>
            </a:extLst>
          </p:cNvPr>
          <p:cNvCxnSpPr>
            <a:cxnSpLocks/>
          </p:cNvCxnSpPr>
          <p:nvPr/>
        </p:nvCxnSpPr>
        <p:spPr>
          <a:xfrm flipV="1">
            <a:off x="6770412" y="213040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54EE789-44F2-2E62-EF35-B628EE545018}"/>
              </a:ext>
            </a:extLst>
          </p:cNvPr>
          <p:cNvCxnSpPr>
            <a:cxnSpLocks/>
          </p:cNvCxnSpPr>
          <p:nvPr/>
        </p:nvCxnSpPr>
        <p:spPr>
          <a:xfrm flipV="1">
            <a:off x="6096000" y="213040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95A232-949E-FF1A-FB56-89D9731EA1DB}"/>
              </a:ext>
            </a:extLst>
          </p:cNvPr>
          <p:cNvCxnSpPr>
            <a:cxnSpLocks/>
          </p:cNvCxnSpPr>
          <p:nvPr/>
        </p:nvCxnSpPr>
        <p:spPr>
          <a:xfrm flipV="1">
            <a:off x="5363857" y="213040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7C7706-78FD-14BB-7412-3C020B6206B1}"/>
              </a:ext>
            </a:extLst>
          </p:cNvPr>
          <p:cNvCxnSpPr>
            <a:cxnSpLocks/>
          </p:cNvCxnSpPr>
          <p:nvPr/>
        </p:nvCxnSpPr>
        <p:spPr>
          <a:xfrm flipV="1">
            <a:off x="4621927" y="213040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4586A8-2B17-33DB-B078-5D2732CBB9D6}"/>
              </a:ext>
            </a:extLst>
          </p:cNvPr>
          <p:cNvCxnSpPr>
            <a:cxnSpLocks/>
          </p:cNvCxnSpPr>
          <p:nvPr/>
        </p:nvCxnSpPr>
        <p:spPr>
          <a:xfrm flipV="1">
            <a:off x="3955905" y="213040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A12966-8CF7-3D6B-9334-057A9D0337EF}"/>
              </a:ext>
            </a:extLst>
          </p:cNvPr>
          <p:cNvCxnSpPr>
            <a:cxnSpLocks/>
          </p:cNvCxnSpPr>
          <p:nvPr/>
        </p:nvCxnSpPr>
        <p:spPr>
          <a:xfrm flipV="1">
            <a:off x="3193905" y="2130406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9F00DB4-E237-586B-2290-8DFABBC2143F}"/>
              </a:ext>
            </a:extLst>
          </p:cNvPr>
          <p:cNvSpPr txBox="1"/>
          <p:nvPr/>
        </p:nvSpPr>
        <p:spPr>
          <a:xfrm>
            <a:off x="2358207" y="2157466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2       4      1      3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r>
              <a:rPr lang="en-GB" sz="3200" dirty="0"/>
              <a:t>      7      9      6      8</a:t>
            </a:r>
            <a:endParaRPr lang="en-IN" sz="32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F5CE387-8EC0-D5E4-AFC0-896255C6571A}"/>
              </a:ext>
            </a:extLst>
          </p:cNvPr>
          <p:cNvCxnSpPr>
            <a:cxnSpLocks/>
          </p:cNvCxnSpPr>
          <p:nvPr/>
        </p:nvCxnSpPr>
        <p:spPr>
          <a:xfrm flipV="1">
            <a:off x="7489565" y="213040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F11092-82F4-684B-9617-E45756130ABC}"/>
              </a:ext>
            </a:extLst>
          </p:cNvPr>
          <p:cNvCxnSpPr>
            <a:cxnSpLocks/>
          </p:cNvCxnSpPr>
          <p:nvPr/>
        </p:nvCxnSpPr>
        <p:spPr>
          <a:xfrm flipV="1">
            <a:off x="8234786" y="213040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79DB2A-5FCF-2B36-6BCC-8500C63B0CA5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2948477" y="2759670"/>
            <a:ext cx="2415380" cy="8570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FD68B58-9634-7D1B-4852-DD555DAC4F3D}"/>
              </a:ext>
            </a:extLst>
          </p:cNvPr>
          <p:cNvSpPr/>
          <p:nvPr/>
        </p:nvSpPr>
        <p:spPr>
          <a:xfrm>
            <a:off x="1471643" y="3616728"/>
            <a:ext cx="2953668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807CE9-CAFC-2656-6E11-D77292773FA3}"/>
              </a:ext>
            </a:extLst>
          </p:cNvPr>
          <p:cNvSpPr txBox="1"/>
          <p:nvPr/>
        </p:nvSpPr>
        <p:spPr>
          <a:xfrm>
            <a:off x="1406252" y="3649003"/>
            <a:ext cx="3016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2       4      1      </a:t>
            </a:r>
            <a:r>
              <a:rPr lang="en-GB" sz="3200" dirty="0">
                <a:solidFill>
                  <a:srgbClr val="FF0000"/>
                </a:solidFill>
              </a:rPr>
              <a:t>3</a:t>
            </a:r>
            <a:r>
              <a:rPr lang="en-GB" sz="3200" dirty="0"/>
              <a:t>  </a:t>
            </a:r>
            <a:endParaRPr lang="en-IN" sz="3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4F1AA66-90D3-A4B5-737E-0C4F02CA4E65}"/>
              </a:ext>
            </a:extLst>
          </p:cNvPr>
          <p:cNvCxnSpPr>
            <a:cxnSpLocks/>
          </p:cNvCxnSpPr>
          <p:nvPr/>
        </p:nvCxnSpPr>
        <p:spPr>
          <a:xfrm flipV="1">
            <a:off x="2230570" y="362676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4115833-329D-4E50-8CCB-641D2D860F8A}"/>
              </a:ext>
            </a:extLst>
          </p:cNvPr>
          <p:cNvCxnSpPr>
            <a:cxnSpLocks/>
          </p:cNvCxnSpPr>
          <p:nvPr/>
        </p:nvCxnSpPr>
        <p:spPr>
          <a:xfrm flipV="1">
            <a:off x="2968801" y="361672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532196B-A90F-B752-3991-46240E902050}"/>
              </a:ext>
            </a:extLst>
          </p:cNvPr>
          <p:cNvCxnSpPr>
            <a:cxnSpLocks/>
          </p:cNvCxnSpPr>
          <p:nvPr/>
        </p:nvCxnSpPr>
        <p:spPr>
          <a:xfrm flipV="1">
            <a:off x="3707032" y="361672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FAB1890-B3DF-1441-99DC-CC00B3B4A215}"/>
              </a:ext>
            </a:extLst>
          </p:cNvPr>
          <p:cNvSpPr/>
          <p:nvPr/>
        </p:nvSpPr>
        <p:spPr>
          <a:xfrm>
            <a:off x="7222472" y="3616727"/>
            <a:ext cx="2861088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5AF61F-E8D4-3D85-42A3-190AED5C9102}"/>
              </a:ext>
            </a:extLst>
          </p:cNvPr>
          <p:cNvSpPr txBox="1"/>
          <p:nvPr/>
        </p:nvSpPr>
        <p:spPr>
          <a:xfrm>
            <a:off x="7181780" y="3635458"/>
            <a:ext cx="3079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7      9      6      8  </a:t>
            </a:r>
            <a:endParaRPr lang="en-IN" sz="320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E215B8B-C483-4238-CCFF-5B4ECA4EA34D}"/>
              </a:ext>
            </a:extLst>
          </p:cNvPr>
          <p:cNvCxnSpPr>
            <a:cxnSpLocks/>
          </p:cNvCxnSpPr>
          <p:nvPr/>
        </p:nvCxnSpPr>
        <p:spPr>
          <a:xfrm flipV="1">
            <a:off x="7985417" y="361672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4922221-9296-7CA8-6C4E-7B0CE6E49ABF}"/>
              </a:ext>
            </a:extLst>
          </p:cNvPr>
          <p:cNvCxnSpPr>
            <a:cxnSpLocks/>
          </p:cNvCxnSpPr>
          <p:nvPr/>
        </p:nvCxnSpPr>
        <p:spPr>
          <a:xfrm flipV="1">
            <a:off x="8721410" y="360451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A0D1C82-C99B-B47A-6A9B-059FDA912C82}"/>
              </a:ext>
            </a:extLst>
          </p:cNvPr>
          <p:cNvCxnSpPr>
            <a:cxnSpLocks/>
          </p:cNvCxnSpPr>
          <p:nvPr/>
        </p:nvCxnSpPr>
        <p:spPr>
          <a:xfrm flipV="1">
            <a:off x="9445102" y="3604514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049D4BD-DFB1-594C-B09B-B4721CF978E8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6078256" y="2758738"/>
            <a:ext cx="2643154" cy="876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B2D7EAD-CBF4-7689-9DD1-3646C3485C49}"/>
              </a:ext>
            </a:extLst>
          </p:cNvPr>
          <p:cNvSpPr txBox="1"/>
          <p:nvPr/>
        </p:nvSpPr>
        <p:spPr>
          <a:xfrm>
            <a:off x="878665" y="3188199"/>
            <a:ext cx="277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FEAA8AC-98BA-DD79-8273-55DBC836E6F4}"/>
              </a:ext>
            </a:extLst>
          </p:cNvPr>
          <p:cNvCxnSpPr/>
          <p:nvPr/>
        </p:nvCxnSpPr>
        <p:spPr>
          <a:xfrm>
            <a:off x="1202591" y="3151639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2ECCB64-85C8-0026-4F65-6112FD85D82C}"/>
              </a:ext>
            </a:extLst>
          </p:cNvPr>
          <p:cNvSpPr txBox="1"/>
          <p:nvPr/>
        </p:nvSpPr>
        <p:spPr>
          <a:xfrm>
            <a:off x="1869105" y="3151639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6C58FBD-9E52-2EE0-0545-1464540A5893}"/>
              </a:ext>
            </a:extLst>
          </p:cNvPr>
          <p:cNvCxnSpPr/>
          <p:nvPr/>
        </p:nvCxnSpPr>
        <p:spPr>
          <a:xfrm>
            <a:off x="1860138" y="3162063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BC9B835-4996-19E1-1CC8-1B27B8970895}"/>
              </a:ext>
            </a:extLst>
          </p:cNvPr>
          <p:cNvSpPr txBox="1"/>
          <p:nvPr/>
        </p:nvSpPr>
        <p:spPr>
          <a:xfrm>
            <a:off x="4456711" y="3728997"/>
            <a:ext cx="1226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𝑝𝑖𝑣𝑜𝑡</a:t>
            </a:r>
            <a:r>
              <a:rPr lang="en-GB" i="1" dirty="0"/>
              <a:t> =3</a:t>
            </a:r>
            <a:endParaRPr lang="en-IN" i="1" dirty="0"/>
          </a:p>
        </p:txBody>
      </p:sp>
      <p:sp>
        <p:nvSpPr>
          <p:cNvPr id="60" name="Footer Placeholder 59">
            <a:extLst>
              <a:ext uri="{FF2B5EF4-FFF2-40B4-BE49-F238E27FC236}">
                <a16:creationId xmlns:a16="http://schemas.microsoft.com/office/drawing/2014/main" id="{A21598A1-40A4-5DBD-7352-4E20471C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pic>
        <p:nvPicPr>
          <p:cNvPr id="61" name="Picture 60" descr="A bridge with a bridge and mountains&#10;&#10;Description automatically generated">
            <a:extLst>
              <a:ext uri="{FF2B5EF4-FFF2-40B4-BE49-F238E27FC236}">
                <a16:creationId xmlns:a16="http://schemas.microsoft.com/office/drawing/2014/main" id="{DA73EBAC-3430-E926-8E08-0AFB9F957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250" y="184727"/>
            <a:ext cx="964929" cy="62926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42953EDF-DB3F-F4BC-D6B4-D11939537577}"/>
              </a:ext>
            </a:extLst>
          </p:cNvPr>
          <p:cNvSpPr txBox="1"/>
          <p:nvPr/>
        </p:nvSpPr>
        <p:spPr>
          <a:xfrm>
            <a:off x="2918256" y="4535152"/>
            <a:ext cx="392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𝑣𝑎𝑙(𝑗)</a:t>
            </a:r>
            <a:r>
              <a:rPr lang="en-GB" dirty="0"/>
              <a:t> &lt; </a:t>
            </a:r>
            <a:r>
              <a:rPr lang="en-IN" dirty="0"/>
              <a:t>𝑝𝑖𝑣𝑜𝑡, 𝑖++ , 𝑠𝑤𝑎𝑝(𝑣𝑎𝑙(𝑖), 𝑣𝑎𝑙(𝑗))</a:t>
            </a:r>
            <a:endParaRPr lang="en-IN" i="1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61700EA-06D8-45DB-6C56-34C588BDE9F5}"/>
              </a:ext>
            </a:extLst>
          </p:cNvPr>
          <p:cNvCxnSpPr/>
          <p:nvPr/>
        </p:nvCxnSpPr>
        <p:spPr>
          <a:xfrm>
            <a:off x="2968801" y="4233779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BBE2C2C6-7D61-5656-C679-78880BB71790}"/>
              </a:ext>
            </a:extLst>
          </p:cNvPr>
          <p:cNvSpPr/>
          <p:nvPr/>
        </p:nvSpPr>
        <p:spPr>
          <a:xfrm>
            <a:off x="1471643" y="5052749"/>
            <a:ext cx="2953668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5F8EAA-AF17-04FF-1115-6D179886C3D8}"/>
              </a:ext>
            </a:extLst>
          </p:cNvPr>
          <p:cNvSpPr txBox="1"/>
          <p:nvPr/>
        </p:nvSpPr>
        <p:spPr>
          <a:xfrm>
            <a:off x="1406252" y="5087606"/>
            <a:ext cx="3016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2       4      1      </a:t>
            </a:r>
            <a:r>
              <a:rPr lang="en-GB" sz="3200" dirty="0">
                <a:solidFill>
                  <a:srgbClr val="FF0000"/>
                </a:solidFill>
              </a:rPr>
              <a:t>3</a:t>
            </a:r>
            <a:r>
              <a:rPr lang="en-GB" sz="3200" dirty="0"/>
              <a:t>  </a:t>
            </a:r>
            <a:endParaRPr lang="en-IN" sz="3200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E54E362-980B-4DFF-AE5E-2ED3D8547885}"/>
              </a:ext>
            </a:extLst>
          </p:cNvPr>
          <p:cNvCxnSpPr>
            <a:cxnSpLocks/>
          </p:cNvCxnSpPr>
          <p:nvPr/>
        </p:nvCxnSpPr>
        <p:spPr>
          <a:xfrm flipV="1">
            <a:off x="2230570" y="5043116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180C2AF-F6C7-6C66-3204-A1D760A03ED7}"/>
              </a:ext>
            </a:extLst>
          </p:cNvPr>
          <p:cNvCxnSpPr>
            <a:cxnSpLocks/>
          </p:cNvCxnSpPr>
          <p:nvPr/>
        </p:nvCxnSpPr>
        <p:spPr>
          <a:xfrm flipV="1">
            <a:off x="2982529" y="504311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DB1921A-D659-D9FD-0130-C51F0C790B47}"/>
              </a:ext>
            </a:extLst>
          </p:cNvPr>
          <p:cNvCxnSpPr>
            <a:cxnSpLocks/>
          </p:cNvCxnSpPr>
          <p:nvPr/>
        </p:nvCxnSpPr>
        <p:spPr>
          <a:xfrm flipV="1">
            <a:off x="3707032" y="5043115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6F89093-D859-2647-AAE1-578529ECEA28}"/>
              </a:ext>
            </a:extLst>
          </p:cNvPr>
          <p:cNvCxnSpPr/>
          <p:nvPr/>
        </p:nvCxnSpPr>
        <p:spPr>
          <a:xfrm>
            <a:off x="1995760" y="4600664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D4CBD55-6641-BC51-D17C-8092B662C6CC}"/>
              </a:ext>
            </a:extLst>
          </p:cNvPr>
          <p:cNvCxnSpPr/>
          <p:nvPr/>
        </p:nvCxnSpPr>
        <p:spPr>
          <a:xfrm>
            <a:off x="1718923" y="4600664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DEED8BB-F77C-E504-FA3B-BC9352C3DEBE}"/>
              </a:ext>
            </a:extLst>
          </p:cNvPr>
          <p:cNvSpPr txBox="1"/>
          <p:nvPr/>
        </p:nvSpPr>
        <p:spPr>
          <a:xfrm>
            <a:off x="2026157" y="4600664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102142-5777-6C28-ED1D-AF5E39FBA119}"/>
              </a:ext>
            </a:extLst>
          </p:cNvPr>
          <p:cNvSpPr txBox="1"/>
          <p:nvPr/>
        </p:nvSpPr>
        <p:spPr>
          <a:xfrm>
            <a:off x="1483743" y="4609285"/>
            <a:ext cx="277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48232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8" grpId="0"/>
      <p:bldP spid="35" grpId="0" animBg="1"/>
      <p:bldP spid="37" grpId="0"/>
      <p:bldP spid="42" grpId="0" animBg="1"/>
      <p:bldP spid="43" grpId="0"/>
      <p:bldP spid="54" grpId="0"/>
      <p:bldP spid="56" grpId="0"/>
      <p:bldP spid="58" grpId="0"/>
      <p:bldP spid="62" grpId="0"/>
      <p:bldP spid="64" grpId="0" animBg="1"/>
      <p:bldP spid="65" grpId="0"/>
      <p:bldP spid="71" grpId="0"/>
      <p:bldP spid="7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376A08F-10A5-0010-9D86-6158321358D3}"/>
              </a:ext>
            </a:extLst>
          </p:cNvPr>
          <p:cNvSpPr/>
          <p:nvPr/>
        </p:nvSpPr>
        <p:spPr>
          <a:xfrm>
            <a:off x="2394557" y="73702"/>
            <a:ext cx="6577776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FDD02C-5F7A-2F4F-6C6D-1A8554493778}"/>
              </a:ext>
            </a:extLst>
          </p:cNvPr>
          <p:cNvCxnSpPr>
            <a:cxnSpLocks/>
          </p:cNvCxnSpPr>
          <p:nvPr/>
        </p:nvCxnSpPr>
        <p:spPr>
          <a:xfrm flipV="1">
            <a:off x="6686522" y="7370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54EE789-44F2-2E62-EF35-B628EE545018}"/>
              </a:ext>
            </a:extLst>
          </p:cNvPr>
          <p:cNvCxnSpPr>
            <a:cxnSpLocks/>
          </p:cNvCxnSpPr>
          <p:nvPr/>
        </p:nvCxnSpPr>
        <p:spPr>
          <a:xfrm flipV="1">
            <a:off x="5970166" y="73702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95A232-949E-FF1A-FB56-89D9731EA1DB}"/>
              </a:ext>
            </a:extLst>
          </p:cNvPr>
          <p:cNvCxnSpPr>
            <a:cxnSpLocks/>
          </p:cNvCxnSpPr>
          <p:nvPr/>
        </p:nvCxnSpPr>
        <p:spPr>
          <a:xfrm flipV="1">
            <a:off x="5271578" y="7370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7C7706-78FD-14BB-7412-3C020B6206B1}"/>
              </a:ext>
            </a:extLst>
          </p:cNvPr>
          <p:cNvCxnSpPr>
            <a:cxnSpLocks/>
          </p:cNvCxnSpPr>
          <p:nvPr/>
        </p:nvCxnSpPr>
        <p:spPr>
          <a:xfrm flipV="1">
            <a:off x="4554815" y="73702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4586A8-2B17-33DB-B078-5D2732CBB9D6}"/>
              </a:ext>
            </a:extLst>
          </p:cNvPr>
          <p:cNvCxnSpPr>
            <a:cxnSpLocks/>
          </p:cNvCxnSpPr>
          <p:nvPr/>
        </p:nvCxnSpPr>
        <p:spPr>
          <a:xfrm flipV="1">
            <a:off x="3855237" y="73702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A12966-8CF7-3D6B-9334-057A9D0337EF}"/>
              </a:ext>
            </a:extLst>
          </p:cNvPr>
          <p:cNvCxnSpPr>
            <a:cxnSpLocks/>
          </p:cNvCxnSpPr>
          <p:nvPr/>
        </p:nvCxnSpPr>
        <p:spPr>
          <a:xfrm flipV="1">
            <a:off x="3084849" y="73702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9F00DB4-E237-586B-2290-8DFABBC2143F}"/>
              </a:ext>
            </a:extLst>
          </p:cNvPr>
          <p:cNvSpPr txBox="1"/>
          <p:nvPr/>
        </p:nvSpPr>
        <p:spPr>
          <a:xfrm>
            <a:off x="2296543" y="68237"/>
            <a:ext cx="761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2       4      1      3      </a:t>
            </a:r>
            <a:r>
              <a:rPr lang="en-GB" sz="3200" dirty="0">
                <a:solidFill>
                  <a:srgbClr val="FF0000"/>
                </a:solidFill>
              </a:rPr>
              <a:t>5</a:t>
            </a:r>
            <a:r>
              <a:rPr lang="en-GB" sz="3200" dirty="0"/>
              <a:t>      7      9      6      8</a:t>
            </a:r>
            <a:endParaRPr lang="en-IN" sz="32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F5CE387-8EC0-D5E4-AFC0-896255C6571A}"/>
              </a:ext>
            </a:extLst>
          </p:cNvPr>
          <p:cNvCxnSpPr>
            <a:cxnSpLocks/>
          </p:cNvCxnSpPr>
          <p:nvPr/>
        </p:nvCxnSpPr>
        <p:spPr>
          <a:xfrm flipV="1">
            <a:off x="7390543" y="7370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F11092-82F4-684B-9617-E45756130ABC}"/>
              </a:ext>
            </a:extLst>
          </p:cNvPr>
          <p:cNvCxnSpPr>
            <a:cxnSpLocks/>
          </p:cNvCxnSpPr>
          <p:nvPr/>
        </p:nvCxnSpPr>
        <p:spPr>
          <a:xfrm flipV="1">
            <a:off x="8108252" y="6823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79DB2A-5FCF-2B36-6BCC-8500C63B0CA5}"/>
              </a:ext>
            </a:extLst>
          </p:cNvPr>
          <p:cNvCxnSpPr>
            <a:cxnSpLocks/>
          </p:cNvCxnSpPr>
          <p:nvPr/>
        </p:nvCxnSpPr>
        <p:spPr>
          <a:xfrm flipH="1">
            <a:off x="2845721" y="708432"/>
            <a:ext cx="2420425" cy="934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FD68B58-9634-7D1B-4852-DD555DAC4F3D}"/>
              </a:ext>
            </a:extLst>
          </p:cNvPr>
          <p:cNvSpPr/>
          <p:nvPr/>
        </p:nvSpPr>
        <p:spPr>
          <a:xfrm>
            <a:off x="1505695" y="1641410"/>
            <a:ext cx="2842824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4F1AA66-90D3-A4B5-737E-0C4F02CA4E65}"/>
              </a:ext>
            </a:extLst>
          </p:cNvPr>
          <p:cNvCxnSpPr>
            <a:cxnSpLocks/>
          </p:cNvCxnSpPr>
          <p:nvPr/>
        </p:nvCxnSpPr>
        <p:spPr>
          <a:xfrm flipV="1">
            <a:off x="2139491" y="1652346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4115833-329D-4E50-8CCB-641D2D860F8A}"/>
              </a:ext>
            </a:extLst>
          </p:cNvPr>
          <p:cNvCxnSpPr>
            <a:cxnSpLocks/>
          </p:cNvCxnSpPr>
          <p:nvPr/>
        </p:nvCxnSpPr>
        <p:spPr>
          <a:xfrm flipV="1">
            <a:off x="2882896" y="1652346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532196B-A90F-B752-3991-46240E902050}"/>
              </a:ext>
            </a:extLst>
          </p:cNvPr>
          <p:cNvCxnSpPr>
            <a:cxnSpLocks/>
          </p:cNvCxnSpPr>
          <p:nvPr/>
        </p:nvCxnSpPr>
        <p:spPr>
          <a:xfrm flipV="1">
            <a:off x="3572808" y="1652346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FAB1890-B3DF-1441-99DC-CC00B3B4A215}"/>
              </a:ext>
            </a:extLst>
          </p:cNvPr>
          <p:cNvSpPr/>
          <p:nvPr/>
        </p:nvSpPr>
        <p:spPr>
          <a:xfrm>
            <a:off x="7191421" y="1637685"/>
            <a:ext cx="2861088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5AF61F-E8D4-3D85-42A3-190AED5C9102}"/>
              </a:ext>
            </a:extLst>
          </p:cNvPr>
          <p:cNvSpPr txBox="1"/>
          <p:nvPr/>
        </p:nvSpPr>
        <p:spPr>
          <a:xfrm>
            <a:off x="7082335" y="1678218"/>
            <a:ext cx="3079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7      9      6      </a:t>
            </a:r>
            <a:r>
              <a:rPr lang="en-GB" sz="3200" dirty="0">
                <a:solidFill>
                  <a:srgbClr val="FF0000"/>
                </a:solidFill>
              </a:rPr>
              <a:t>8</a:t>
            </a:r>
            <a:r>
              <a:rPr lang="en-GB" sz="3200" dirty="0"/>
              <a:t>  </a:t>
            </a:r>
            <a:endParaRPr lang="en-IN" sz="320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E215B8B-C483-4238-CCFF-5B4ECA4EA34D}"/>
              </a:ext>
            </a:extLst>
          </p:cNvPr>
          <p:cNvCxnSpPr>
            <a:cxnSpLocks/>
          </p:cNvCxnSpPr>
          <p:nvPr/>
        </p:nvCxnSpPr>
        <p:spPr>
          <a:xfrm flipV="1">
            <a:off x="7858198" y="1637684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4922221-9296-7CA8-6C4E-7B0CE6E49ABF}"/>
              </a:ext>
            </a:extLst>
          </p:cNvPr>
          <p:cNvCxnSpPr>
            <a:cxnSpLocks/>
          </p:cNvCxnSpPr>
          <p:nvPr/>
        </p:nvCxnSpPr>
        <p:spPr>
          <a:xfrm flipV="1">
            <a:off x="8511686" y="163372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A0D1C82-C99B-B47A-6A9B-059FDA912C82}"/>
              </a:ext>
            </a:extLst>
          </p:cNvPr>
          <p:cNvCxnSpPr>
            <a:cxnSpLocks/>
          </p:cNvCxnSpPr>
          <p:nvPr/>
        </p:nvCxnSpPr>
        <p:spPr>
          <a:xfrm flipV="1">
            <a:off x="9290025" y="1641410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049D4BD-DFB1-594C-B09B-B4721CF978E8}"/>
              </a:ext>
            </a:extLst>
          </p:cNvPr>
          <p:cNvCxnSpPr>
            <a:cxnSpLocks/>
          </p:cNvCxnSpPr>
          <p:nvPr/>
        </p:nvCxnSpPr>
        <p:spPr>
          <a:xfrm>
            <a:off x="5970166" y="687869"/>
            <a:ext cx="2541520" cy="945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B2D7EAD-CBF4-7689-9DD1-3646C3485C49}"/>
              </a:ext>
            </a:extLst>
          </p:cNvPr>
          <p:cNvSpPr txBox="1"/>
          <p:nvPr/>
        </p:nvSpPr>
        <p:spPr>
          <a:xfrm>
            <a:off x="812220" y="1198959"/>
            <a:ext cx="277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FEAA8AC-98BA-DD79-8273-55DBC836E6F4}"/>
              </a:ext>
            </a:extLst>
          </p:cNvPr>
          <p:cNvCxnSpPr/>
          <p:nvPr/>
        </p:nvCxnSpPr>
        <p:spPr>
          <a:xfrm>
            <a:off x="1123474" y="1198959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2ECCB64-85C8-0026-4F65-6112FD85D82C}"/>
              </a:ext>
            </a:extLst>
          </p:cNvPr>
          <p:cNvSpPr txBox="1"/>
          <p:nvPr/>
        </p:nvSpPr>
        <p:spPr>
          <a:xfrm>
            <a:off x="1878948" y="1182465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6C58FBD-9E52-2EE0-0545-1464540A5893}"/>
              </a:ext>
            </a:extLst>
          </p:cNvPr>
          <p:cNvCxnSpPr/>
          <p:nvPr/>
        </p:nvCxnSpPr>
        <p:spPr>
          <a:xfrm>
            <a:off x="1869105" y="1198959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BC9B835-4996-19E1-1CC8-1B27B8970895}"/>
              </a:ext>
            </a:extLst>
          </p:cNvPr>
          <p:cNvSpPr txBox="1"/>
          <p:nvPr/>
        </p:nvSpPr>
        <p:spPr>
          <a:xfrm>
            <a:off x="4348519" y="1771376"/>
            <a:ext cx="1226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𝑝𝑖𝑣𝑜𝑡</a:t>
            </a:r>
            <a:r>
              <a:rPr lang="en-GB" i="1" dirty="0"/>
              <a:t> =3</a:t>
            </a:r>
            <a:endParaRPr lang="en-IN" i="1" dirty="0"/>
          </a:p>
        </p:txBody>
      </p:sp>
      <p:sp>
        <p:nvSpPr>
          <p:cNvPr id="60" name="Footer Placeholder 59">
            <a:extLst>
              <a:ext uri="{FF2B5EF4-FFF2-40B4-BE49-F238E27FC236}">
                <a16:creationId xmlns:a16="http://schemas.microsoft.com/office/drawing/2014/main" id="{A21598A1-40A4-5DBD-7352-4E20471C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Indian Institute of Technology, Mandi</a:t>
            </a:r>
            <a:endParaRPr lang="en-IN"/>
          </a:p>
        </p:txBody>
      </p:sp>
      <p:pic>
        <p:nvPicPr>
          <p:cNvPr id="61" name="Picture 60" descr="A bridge with a bridge and mountains&#10;&#10;Description automatically generated">
            <a:extLst>
              <a:ext uri="{FF2B5EF4-FFF2-40B4-BE49-F238E27FC236}">
                <a16:creationId xmlns:a16="http://schemas.microsoft.com/office/drawing/2014/main" id="{DA73EBAC-3430-E926-8E08-0AFB9F957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250" y="184727"/>
            <a:ext cx="964929" cy="62926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42953EDF-DB3F-F4BC-D6B4-D11939537577}"/>
              </a:ext>
            </a:extLst>
          </p:cNvPr>
          <p:cNvSpPr txBox="1"/>
          <p:nvPr/>
        </p:nvSpPr>
        <p:spPr>
          <a:xfrm>
            <a:off x="2882896" y="2437364"/>
            <a:ext cx="392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𝑣𝑎𝑙(𝑗)</a:t>
            </a:r>
            <a:r>
              <a:rPr lang="en-GB" dirty="0"/>
              <a:t> &lt; </a:t>
            </a:r>
            <a:r>
              <a:rPr lang="en-IN" dirty="0"/>
              <a:t>𝑝𝑖𝑣𝑜𝑡, 𝑖++ , 𝑠𝑤𝑎𝑝(𝑣𝑎𝑙(𝑖), 𝑣𝑎𝑙(𝑗))</a:t>
            </a:r>
            <a:endParaRPr lang="en-IN" i="1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61700EA-06D8-45DB-6C56-34C588BDE9F5}"/>
              </a:ext>
            </a:extLst>
          </p:cNvPr>
          <p:cNvCxnSpPr/>
          <p:nvPr/>
        </p:nvCxnSpPr>
        <p:spPr>
          <a:xfrm>
            <a:off x="2882896" y="2281611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BBE2C2C6-7D61-5656-C679-78880BB71790}"/>
              </a:ext>
            </a:extLst>
          </p:cNvPr>
          <p:cNvSpPr/>
          <p:nvPr/>
        </p:nvSpPr>
        <p:spPr>
          <a:xfrm>
            <a:off x="1489215" y="3097326"/>
            <a:ext cx="2953668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5F8EAA-AF17-04FF-1115-6D179886C3D8}"/>
              </a:ext>
            </a:extLst>
          </p:cNvPr>
          <p:cNvSpPr txBox="1"/>
          <p:nvPr/>
        </p:nvSpPr>
        <p:spPr>
          <a:xfrm>
            <a:off x="1373789" y="3109788"/>
            <a:ext cx="3016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2      4       1      </a:t>
            </a:r>
            <a:r>
              <a:rPr lang="en-GB" sz="3200" dirty="0">
                <a:solidFill>
                  <a:srgbClr val="FF0000"/>
                </a:solidFill>
              </a:rPr>
              <a:t>3</a:t>
            </a:r>
            <a:r>
              <a:rPr lang="en-GB" sz="3200" dirty="0"/>
              <a:t>  </a:t>
            </a:r>
            <a:endParaRPr lang="en-IN" sz="3200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E54E362-980B-4DFF-AE5E-2ED3D8547885}"/>
              </a:ext>
            </a:extLst>
          </p:cNvPr>
          <p:cNvCxnSpPr>
            <a:cxnSpLocks/>
          </p:cNvCxnSpPr>
          <p:nvPr/>
        </p:nvCxnSpPr>
        <p:spPr>
          <a:xfrm flipV="1">
            <a:off x="2161350" y="3087542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180C2AF-F6C7-6C66-3204-A1D760A03ED7}"/>
              </a:ext>
            </a:extLst>
          </p:cNvPr>
          <p:cNvCxnSpPr>
            <a:cxnSpLocks/>
          </p:cNvCxnSpPr>
          <p:nvPr/>
        </p:nvCxnSpPr>
        <p:spPr>
          <a:xfrm flipV="1">
            <a:off x="2882896" y="309159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DB1921A-D659-D9FD-0130-C51F0C790B47}"/>
              </a:ext>
            </a:extLst>
          </p:cNvPr>
          <p:cNvCxnSpPr>
            <a:cxnSpLocks/>
          </p:cNvCxnSpPr>
          <p:nvPr/>
        </p:nvCxnSpPr>
        <p:spPr>
          <a:xfrm flipV="1">
            <a:off x="3706130" y="308754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6F89093-D859-2647-AAE1-578529ECEA28}"/>
              </a:ext>
            </a:extLst>
          </p:cNvPr>
          <p:cNvCxnSpPr/>
          <p:nvPr/>
        </p:nvCxnSpPr>
        <p:spPr>
          <a:xfrm>
            <a:off x="1924470" y="2645090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D4CBD55-6641-BC51-D17C-8092B662C6CC}"/>
              </a:ext>
            </a:extLst>
          </p:cNvPr>
          <p:cNvCxnSpPr/>
          <p:nvPr/>
        </p:nvCxnSpPr>
        <p:spPr>
          <a:xfrm>
            <a:off x="1680224" y="2622030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DEED8BB-F77C-E504-FA3B-BC9352C3DEBE}"/>
              </a:ext>
            </a:extLst>
          </p:cNvPr>
          <p:cNvSpPr txBox="1"/>
          <p:nvPr/>
        </p:nvSpPr>
        <p:spPr>
          <a:xfrm>
            <a:off x="1924470" y="2653200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102142-5777-6C28-ED1D-AF5E39FBA119}"/>
              </a:ext>
            </a:extLst>
          </p:cNvPr>
          <p:cNvSpPr txBox="1"/>
          <p:nvPr/>
        </p:nvSpPr>
        <p:spPr>
          <a:xfrm>
            <a:off x="1395447" y="2634024"/>
            <a:ext cx="277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793804-C7E1-E81F-22F7-4792354C2E1D}"/>
              </a:ext>
            </a:extLst>
          </p:cNvPr>
          <p:cNvSpPr txBox="1"/>
          <p:nvPr/>
        </p:nvSpPr>
        <p:spPr>
          <a:xfrm>
            <a:off x="1410935" y="1697100"/>
            <a:ext cx="3016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2      4      1      </a:t>
            </a:r>
            <a:r>
              <a:rPr lang="en-GB" sz="3200" dirty="0">
                <a:solidFill>
                  <a:srgbClr val="FF0000"/>
                </a:solidFill>
              </a:rPr>
              <a:t>3</a:t>
            </a:r>
            <a:r>
              <a:rPr lang="en-GB" sz="3200" dirty="0"/>
              <a:t>  </a:t>
            </a:r>
            <a:endParaRPr lang="en-IN" sz="32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7209CE-D7BA-408F-A673-77E4E9A25A2E}"/>
              </a:ext>
            </a:extLst>
          </p:cNvPr>
          <p:cNvCxnSpPr/>
          <p:nvPr/>
        </p:nvCxnSpPr>
        <p:spPr>
          <a:xfrm>
            <a:off x="2882019" y="3726591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438A54A-29F8-6E72-A290-A2795128C7BA}"/>
              </a:ext>
            </a:extLst>
          </p:cNvPr>
          <p:cNvSpPr/>
          <p:nvPr/>
        </p:nvSpPr>
        <p:spPr>
          <a:xfrm>
            <a:off x="1491745" y="4525904"/>
            <a:ext cx="2953668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9E4BFC0-6E34-6BDA-1569-81E3ED76088E}"/>
              </a:ext>
            </a:extLst>
          </p:cNvPr>
          <p:cNvCxnSpPr>
            <a:cxnSpLocks/>
          </p:cNvCxnSpPr>
          <p:nvPr/>
        </p:nvCxnSpPr>
        <p:spPr>
          <a:xfrm flipV="1">
            <a:off x="2179385" y="453657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95B7308-2C40-AD2E-5A48-F5A5621270C2}"/>
              </a:ext>
            </a:extLst>
          </p:cNvPr>
          <p:cNvSpPr txBox="1"/>
          <p:nvPr/>
        </p:nvSpPr>
        <p:spPr>
          <a:xfrm>
            <a:off x="1409071" y="4548251"/>
            <a:ext cx="3016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2      4      1       </a:t>
            </a:r>
            <a:r>
              <a:rPr lang="en-GB" sz="3200" dirty="0">
                <a:solidFill>
                  <a:srgbClr val="FF0000"/>
                </a:solidFill>
              </a:rPr>
              <a:t>3</a:t>
            </a:r>
            <a:r>
              <a:rPr lang="en-GB" sz="3200" dirty="0"/>
              <a:t>  </a:t>
            </a:r>
            <a:endParaRPr lang="en-IN" sz="3200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921D4B6-06FA-0754-2274-215672AE3D21}"/>
              </a:ext>
            </a:extLst>
          </p:cNvPr>
          <p:cNvCxnSpPr>
            <a:cxnSpLocks/>
          </p:cNvCxnSpPr>
          <p:nvPr/>
        </p:nvCxnSpPr>
        <p:spPr>
          <a:xfrm flipV="1">
            <a:off x="2882019" y="452526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DF7601F-FCDB-5A1F-F3C8-6A460A2837FC}"/>
              </a:ext>
            </a:extLst>
          </p:cNvPr>
          <p:cNvCxnSpPr>
            <a:cxnSpLocks/>
          </p:cNvCxnSpPr>
          <p:nvPr/>
        </p:nvCxnSpPr>
        <p:spPr>
          <a:xfrm flipV="1">
            <a:off x="3706130" y="4525267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25690B2-2C26-797D-0E0E-60F6D0BAD425}"/>
              </a:ext>
            </a:extLst>
          </p:cNvPr>
          <p:cNvCxnSpPr/>
          <p:nvPr/>
        </p:nvCxnSpPr>
        <p:spPr>
          <a:xfrm>
            <a:off x="1869105" y="4082816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7516EC2-DF11-C636-EA8B-94A1ED87883A}"/>
              </a:ext>
            </a:extLst>
          </p:cNvPr>
          <p:cNvSpPr txBox="1"/>
          <p:nvPr/>
        </p:nvSpPr>
        <p:spPr>
          <a:xfrm>
            <a:off x="1591021" y="4082179"/>
            <a:ext cx="277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7FAD45A-7D90-F705-B1D7-BFD280290ACC}"/>
              </a:ext>
            </a:extLst>
          </p:cNvPr>
          <p:cNvCxnSpPr/>
          <p:nvPr/>
        </p:nvCxnSpPr>
        <p:spPr>
          <a:xfrm>
            <a:off x="2491288" y="4094127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3A76195-791D-F5C0-C9B3-F04C788B33E5}"/>
              </a:ext>
            </a:extLst>
          </p:cNvPr>
          <p:cNvSpPr txBox="1"/>
          <p:nvPr/>
        </p:nvSpPr>
        <p:spPr>
          <a:xfrm>
            <a:off x="2486361" y="4064988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3E3CF11-4011-B276-234A-6B346CF70231}"/>
              </a:ext>
            </a:extLst>
          </p:cNvPr>
          <p:cNvSpPr txBox="1"/>
          <p:nvPr/>
        </p:nvSpPr>
        <p:spPr>
          <a:xfrm>
            <a:off x="2872232" y="3907313"/>
            <a:ext cx="668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𝑗++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BC5DCAD-A8EC-3100-EE17-FCE0D1C4D52C}"/>
              </a:ext>
            </a:extLst>
          </p:cNvPr>
          <p:cNvCxnSpPr>
            <a:cxnSpLocks/>
          </p:cNvCxnSpPr>
          <p:nvPr/>
        </p:nvCxnSpPr>
        <p:spPr>
          <a:xfrm>
            <a:off x="2882019" y="5154532"/>
            <a:ext cx="0" cy="482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9C61D6F5-45B9-74DD-EB88-8CAF2B25446F}"/>
              </a:ext>
            </a:extLst>
          </p:cNvPr>
          <p:cNvSpPr txBox="1"/>
          <p:nvPr/>
        </p:nvSpPr>
        <p:spPr>
          <a:xfrm>
            <a:off x="10270982" y="1763694"/>
            <a:ext cx="1226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𝑝𝑖𝑣𝑜𝑡</a:t>
            </a:r>
            <a:r>
              <a:rPr lang="en-GB" i="1" dirty="0"/>
              <a:t> =8</a:t>
            </a:r>
            <a:endParaRPr lang="en-IN" i="1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F8594D4-CE25-A0A7-AA57-44B78273C853}"/>
              </a:ext>
            </a:extLst>
          </p:cNvPr>
          <p:cNvSpPr/>
          <p:nvPr/>
        </p:nvSpPr>
        <p:spPr>
          <a:xfrm>
            <a:off x="1395447" y="5633115"/>
            <a:ext cx="3047436" cy="9390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Follow the same steps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34BE834-4980-331D-F78F-06EA521179A4}"/>
              </a:ext>
            </a:extLst>
          </p:cNvPr>
          <p:cNvCxnSpPr/>
          <p:nvPr/>
        </p:nvCxnSpPr>
        <p:spPr>
          <a:xfrm>
            <a:off x="6686522" y="1198959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974DCEC-6AFE-5BE2-9547-FF046DF9A6E3}"/>
              </a:ext>
            </a:extLst>
          </p:cNvPr>
          <p:cNvCxnSpPr/>
          <p:nvPr/>
        </p:nvCxnSpPr>
        <p:spPr>
          <a:xfrm>
            <a:off x="7408068" y="1182465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40F9C7A6-8BFA-3A7E-943C-A1102FFFF933}"/>
              </a:ext>
            </a:extLst>
          </p:cNvPr>
          <p:cNvSpPr txBox="1"/>
          <p:nvPr/>
        </p:nvSpPr>
        <p:spPr>
          <a:xfrm>
            <a:off x="6426840" y="1219024"/>
            <a:ext cx="277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96ED25D-8A43-0153-3418-B35324E54EDF}"/>
              </a:ext>
            </a:extLst>
          </p:cNvPr>
          <p:cNvSpPr txBox="1"/>
          <p:nvPr/>
        </p:nvSpPr>
        <p:spPr>
          <a:xfrm>
            <a:off x="7390543" y="1217687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AB704F8-F13F-E49A-ADC1-8B1C96D0DB50}"/>
              </a:ext>
            </a:extLst>
          </p:cNvPr>
          <p:cNvCxnSpPr/>
          <p:nvPr/>
        </p:nvCxnSpPr>
        <p:spPr>
          <a:xfrm>
            <a:off x="8511686" y="2254494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01F89ED3-43CD-95BC-3145-65187E7EB683}"/>
              </a:ext>
            </a:extLst>
          </p:cNvPr>
          <p:cNvSpPr/>
          <p:nvPr/>
        </p:nvSpPr>
        <p:spPr>
          <a:xfrm>
            <a:off x="7191421" y="3065690"/>
            <a:ext cx="2861088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3351834-3011-1EB7-D582-A8A751E7F190}"/>
              </a:ext>
            </a:extLst>
          </p:cNvPr>
          <p:cNvSpPr txBox="1"/>
          <p:nvPr/>
        </p:nvSpPr>
        <p:spPr>
          <a:xfrm>
            <a:off x="7180964" y="3121844"/>
            <a:ext cx="3079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7     9      6      </a:t>
            </a:r>
            <a:r>
              <a:rPr lang="en-GB" sz="3200" dirty="0">
                <a:solidFill>
                  <a:srgbClr val="FF0000"/>
                </a:solidFill>
              </a:rPr>
              <a:t>8</a:t>
            </a:r>
            <a:r>
              <a:rPr lang="en-GB" sz="3200" dirty="0"/>
              <a:t>  </a:t>
            </a:r>
            <a:endParaRPr lang="en-IN" sz="3200" dirty="0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E6C9E4A-D1CE-1619-0BC0-D113CCB113BA}"/>
              </a:ext>
            </a:extLst>
          </p:cNvPr>
          <p:cNvCxnSpPr>
            <a:cxnSpLocks/>
          </p:cNvCxnSpPr>
          <p:nvPr/>
        </p:nvCxnSpPr>
        <p:spPr>
          <a:xfrm flipV="1">
            <a:off x="7858198" y="3064481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5E223C3-E1AB-A0C8-F34E-4A5049A7B05F}"/>
              </a:ext>
            </a:extLst>
          </p:cNvPr>
          <p:cNvCxnSpPr>
            <a:cxnSpLocks/>
          </p:cNvCxnSpPr>
          <p:nvPr/>
        </p:nvCxnSpPr>
        <p:spPr>
          <a:xfrm flipV="1">
            <a:off x="8511686" y="3064480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62B65B9-44EA-DC6C-2596-4E22A1E69360}"/>
              </a:ext>
            </a:extLst>
          </p:cNvPr>
          <p:cNvCxnSpPr>
            <a:cxnSpLocks/>
          </p:cNvCxnSpPr>
          <p:nvPr/>
        </p:nvCxnSpPr>
        <p:spPr>
          <a:xfrm flipV="1">
            <a:off x="9270900" y="3065690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777C108-754D-F627-4035-788023458571}"/>
              </a:ext>
            </a:extLst>
          </p:cNvPr>
          <p:cNvCxnSpPr/>
          <p:nvPr/>
        </p:nvCxnSpPr>
        <p:spPr>
          <a:xfrm>
            <a:off x="7381996" y="2604330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D4BEB5C8-7AC2-8E54-F3A1-EEE472EADDEE}"/>
              </a:ext>
            </a:extLst>
          </p:cNvPr>
          <p:cNvSpPr txBox="1"/>
          <p:nvPr/>
        </p:nvSpPr>
        <p:spPr>
          <a:xfrm>
            <a:off x="7031806" y="2632621"/>
            <a:ext cx="277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8B2F531-AE73-49AA-7E40-3D965A84F521}"/>
              </a:ext>
            </a:extLst>
          </p:cNvPr>
          <p:cNvCxnSpPr/>
          <p:nvPr/>
        </p:nvCxnSpPr>
        <p:spPr>
          <a:xfrm>
            <a:off x="7601508" y="2616640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7A3974EC-5C1C-99B2-FE0D-5306133488DE}"/>
              </a:ext>
            </a:extLst>
          </p:cNvPr>
          <p:cNvSpPr txBox="1"/>
          <p:nvPr/>
        </p:nvSpPr>
        <p:spPr>
          <a:xfrm>
            <a:off x="7593583" y="2612683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3A32F-853D-DFE2-F79D-D085FEDB9021}"/>
              </a:ext>
            </a:extLst>
          </p:cNvPr>
          <p:cNvSpPr txBox="1"/>
          <p:nvPr/>
        </p:nvSpPr>
        <p:spPr>
          <a:xfrm>
            <a:off x="8569991" y="3880322"/>
            <a:ext cx="668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𝑗++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6467AD9-4C4F-B6F5-00DE-64F3951795B4}"/>
              </a:ext>
            </a:extLst>
          </p:cNvPr>
          <p:cNvCxnSpPr/>
          <p:nvPr/>
        </p:nvCxnSpPr>
        <p:spPr>
          <a:xfrm>
            <a:off x="8511686" y="3686985"/>
            <a:ext cx="0" cy="80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E4F56D4-8E79-E0A4-EC40-BF883C110975}"/>
              </a:ext>
            </a:extLst>
          </p:cNvPr>
          <p:cNvSpPr/>
          <p:nvPr/>
        </p:nvSpPr>
        <p:spPr>
          <a:xfrm>
            <a:off x="7170410" y="4503024"/>
            <a:ext cx="2953668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DBAF8-E025-C823-4C2B-6268BAB451D4}"/>
              </a:ext>
            </a:extLst>
          </p:cNvPr>
          <p:cNvSpPr txBox="1"/>
          <p:nvPr/>
        </p:nvSpPr>
        <p:spPr>
          <a:xfrm>
            <a:off x="7066423" y="4549492"/>
            <a:ext cx="3079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7      9      6       </a:t>
            </a:r>
            <a:r>
              <a:rPr lang="en-GB" sz="3200" dirty="0">
                <a:solidFill>
                  <a:srgbClr val="FF0000"/>
                </a:solidFill>
              </a:rPr>
              <a:t>8</a:t>
            </a:r>
            <a:r>
              <a:rPr lang="en-GB" sz="3200" dirty="0"/>
              <a:t>  </a:t>
            </a:r>
            <a:endParaRPr lang="en-IN" sz="32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216A4A-3671-3579-F89A-6BE7E92BF11B}"/>
              </a:ext>
            </a:extLst>
          </p:cNvPr>
          <p:cNvCxnSpPr>
            <a:cxnSpLocks/>
          </p:cNvCxnSpPr>
          <p:nvPr/>
        </p:nvCxnSpPr>
        <p:spPr>
          <a:xfrm flipV="1">
            <a:off x="7858198" y="4495366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EF8641-4384-5F92-57A4-1C359BFCD8A2}"/>
              </a:ext>
            </a:extLst>
          </p:cNvPr>
          <p:cNvCxnSpPr>
            <a:cxnSpLocks/>
          </p:cNvCxnSpPr>
          <p:nvPr/>
        </p:nvCxnSpPr>
        <p:spPr>
          <a:xfrm flipV="1">
            <a:off x="8510798" y="4499848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CA09F3-C0F1-EABF-370C-9DE4B2CF76E1}"/>
              </a:ext>
            </a:extLst>
          </p:cNvPr>
          <p:cNvCxnSpPr>
            <a:cxnSpLocks/>
          </p:cNvCxnSpPr>
          <p:nvPr/>
        </p:nvCxnSpPr>
        <p:spPr>
          <a:xfrm flipV="1">
            <a:off x="9296638" y="4502772"/>
            <a:ext cx="0" cy="6292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AA2FC0-BFF0-4582-3E14-44D006778EF3}"/>
              </a:ext>
            </a:extLst>
          </p:cNvPr>
          <p:cNvCxnSpPr/>
          <p:nvPr/>
        </p:nvCxnSpPr>
        <p:spPr>
          <a:xfrm>
            <a:off x="7525736" y="4055419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F53B22-016A-A9DA-E121-9D8F0773B937}"/>
              </a:ext>
            </a:extLst>
          </p:cNvPr>
          <p:cNvCxnSpPr/>
          <p:nvPr/>
        </p:nvCxnSpPr>
        <p:spPr>
          <a:xfrm>
            <a:off x="8162871" y="4028428"/>
            <a:ext cx="0" cy="442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B8B2F8-75F7-01B6-DD1E-3A0B066640B2}"/>
              </a:ext>
            </a:extLst>
          </p:cNvPr>
          <p:cNvSpPr txBox="1"/>
          <p:nvPr/>
        </p:nvSpPr>
        <p:spPr>
          <a:xfrm>
            <a:off x="7239316" y="4063296"/>
            <a:ext cx="277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𝑖</a:t>
            </a:r>
            <a:endParaRPr lang="en-IN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B32905-6CD9-E23A-2798-69C99FE48F6A}"/>
              </a:ext>
            </a:extLst>
          </p:cNvPr>
          <p:cNvSpPr txBox="1"/>
          <p:nvPr/>
        </p:nvSpPr>
        <p:spPr>
          <a:xfrm>
            <a:off x="8137741" y="4029119"/>
            <a:ext cx="27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𝑗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B7DEA3-98DB-99EC-4320-E102F3EF6AD1}"/>
              </a:ext>
            </a:extLst>
          </p:cNvPr>
          <p:cNvSpPr/>
          <p:nvPr/>
        </p:nvSpPr>
        <p:spPr>
          <a:xfrm>
            <a:off x="7098246" y="5634427"/>
            <a:ext cx="3047436" cy="9390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Follow the same steps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57543ED-2FBB-1854-3B8F-CBCD8F5C74FF}"/>
              </a:ext>
            </a:extLst>
          </p:cNvPr>
          <p:cNvCxnSpPr>
            <a:cxnSpLocks/>
          </p:cNvCxnSpPr>
          <p:nvPr/>
        </p:nvCxnSpPr>
        <p:spPr>
          <a:xfrm>
            <a:off x="8510798" y="5124631"/>
            <a:ext cx="0" cy="482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A8E4DF3-F3BC-8B61-1285-F1D87FB459C8}"/>
              </a:ext>
            </a:extLst>
          </p:cNvPr>
          <p:cNvSpPr txBox="1"/>
          <p:nvPr/>
        </p:nvSpPr>
        <p:spPr>
          <a:xfrm>
            <a:off x="8416499" y="2421198"/>
            <a:ext cx="392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𝑣𝑎𝑙(𝑗)</a:t>
            </a:r>
            <a:r>
              <a:rPr lang="en-GB" dirty="0"/>
              <a:t> &lt; </a:t>
            </a:r>
            <a:r>
              <a:rPr lang="en-IN" dirty="0"/>
              <a:t>𝑝𝑖𝑣𝑜𝑡, 𝑖++ , 𝑠𝑤𝑎𝑝(𝑣𝑎𝑙(𝑖), 𝑣𝑎𝑙(𝑗))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199667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3" grpId="0"/>
      <p:bldP spid="76" grpId="0"/>
      <p:bldP spid="78" grpId="0"/>
      <p:bldP spid="79" grpId="0"/>
      <p:bldP spid="83" grpId="0" animBg="1"/>
      <p:bldP spid="91" grpId="0" animBg="1"/>
      <p:bldP spid="94" grpId="0"/>
      <p:bldP spid="101" grpId="0"/>
      <p:bldP spid="104" grpId="0"/>
      <p:bldP spid="2" grpId="0"/>
      <p:bldP spid="4" grpId="0" animBg="1"/>
      <p:bldP spid="5" grpId="0"/>
      <p:bldP spid="11" grpId="0"/>
      <p:bldP spid="12" grpId="0"/>
      <p:bldP spid="13" grpId="0" animBg="1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715</Words>
  <Application>Microsoft Office PowerPoint</Application>
  <PresentationFormat>Widescreen</PresentationFormat>
  <Paragraphs>125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Aptos</vt:lpstr>
      <vt:lpstr>Aptos Display</vt:lpstr>
      <vt:lpstr>Arial</vt:lpstr>
      <vt:lpstr>CMMI10</vt:lpstr>
      <vt:lpstr>CMMI7</vt:lpstr>
      <vt:lpstr>CMR10</vt:lpstr>
      <vt:lpstr>CMSY10</vt:lpstr>
      <vt:lpstr>CMTI10</vt:lpstr>
      <vt:lpstr>Wingdings</vt:lpstr>
      <vt:lpstr>Office Theme</vt:lpstr>
      <vt:lpstr>Working of Quick Sort</vt:lpstr>
      <vt:lpstr>Steps of Quick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 Vishnoi</dc:creator>
  <cp:lastModifiedBy>Prateek Vishnoi</cp:lastModifiedBy>
  <cp:revision>6</cp:revision>
  <dcterms:created xsi:type="dcterms:W3CDTF">2024-08-14T14:46:25Z</dcterms:created>
  <dcterms:modified xsi:type="dcterms:W3CDTF">2024-08-15T17:41:18Z</dcterms:modified>
</cp:coreProperties>
</file>