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33905-1098-428E-A375-43B8BA2ED07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ibrant autumn trees"/>
          <p:cNvPicPr>
            <a:picLocks noChangeAspect="1"/>
          </p:cNvPicPr>
          <p:nvPr/>
        </p:nvPicPr>
        <p:blipFill>
          <a:blip r:embed="rId1"/>
          <a:srcRect l="10236" r="30764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517631" cy="237216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Red Black Trees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r>
              <a:rPr lang="en-GB" dirty="0"/>
              <a:t>Prof. Prateek Vishnoi</a:t>
            </a:r>
            <a:endParaRPr lang="en-GB" dirty="0"/>
          </a:p>
          <a:p>
            <a:r>
              <a:rPr lang="en-US" altLang="en-GB" dirty="0"/>
              <a:t>Dr. Vipin kumar</a:t>
            </a:r>
            <a:r>
              <a:rPr lang="en-GB" dirty="0"/>
              <a:t>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005" y="88491"/>
            <a:ext cx="8596668" cy="668594"/>
          </a:xfrm>
        </p:spPr>
        <p:txBody>
          <a:bodyPr>
            <a:noAutofit/>
          </a:bodyPr>
          <a:lstStyle/>
          <a:p>
            <a:r>
              <a:rPr lang="en-GB" sz="4400" dirty="0"/>
              <a:t>Properties</a:t>
            </a:r>
            <a:endParaRPr lang="en-IN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186" y="1095323"/>
            <a:ext cx="9322072" cy="3880773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latin typeface="CMSS10"/>
              </a:rPr>
              <a:t>A red-black tree is a binary search tree that satisfies the following :</a:t>
            </a:r>
            <a:endParaRPr lang="en-GB" sz="3200" b="0" i="0" u="none" strike="noStrike" baseline="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Every node is either red or black.</a:t>
            </a:r>
            <a:endParaRPr lang="en-GB" sz="320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IN" sz="3200" b="0" i="0" u="none" strike="noStrike" baseline="0" dirty="0">
                <a:latin typeface="CMSS10"/>
              </a:rPr>
              <a:t>The root is black.</a:t>
            </a:r>
            <a:endParaRPr lang="en-GB" sz="3200" b="0" i="0" u="none" strike="noStrike" baseline="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Every leaf (NIL) is black.</a:t>
            </a:r>
            <a:endParaRPr lang="en-GB" sz="320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If a node is red, then both its children are black.</a:t>
            </a:r>
            <a:endParaRPr lang="en-GB" sz="3200" b="0" i="0" u="none" strike="noStrike" baseline="0" dirty="0">
              <a:latin typeface="CMSS10"/>
            </a:endParaRPr>
          </a:p>
          <a:p>
            <a:pPr algn="l"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For each node, all simple paths from the node to descendant leaves contain the same number of black nodes.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3238"/>
            <a:ext cx="8596668" cy="727587"/>
          </a:xfrm>
        </p:spPr>
        <p:txBody>
          <a:bodyPr>
            <a:noAutofit/>
          </a:bodyPr>
          <a:lstStyle/>
          <a:p>
            <a:pPr algn="ctr"/>
            <a:r>
              <a:rPr lang="en-GB" sz="4400" dirty="0"/>
              <a:t>Insertion in RB Tree</a:t>
            </a:r>
            <a:endParaRPr lang="en-IN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29879"/>
            <a:ext cx="10118485" cy="4977631"/>
          </a:xfrm>
        </p:spPr>
        <p:txBody>
          <a:bodyPr>
            <a:noAutofit/>
          </a:bodyPr>
          <a:lstStyle/>
          <a:p>
            <a:r>
              <a:rPr lang="en-GB" sz="2800" dirty="0"/>
              <a:t>Insert the node similarly as of BST.</a:t>
            </a:r>
            <a:endParaRPr lang="en-GB" sz="2800" dirty="0"/>
          </a:p>
          <a:p>
            <a:r>
              <a:rPr lang="en-GB" sz="2800" dirty="0"/>
              <a:t>If the node is ROOT node, make its </a:t>
            </a:r>
            <a:r>
              <a:rPr lang="en-GB" sz="2800" dirty="0" err="1"/>
              <a:t>color</a:t>
            </a:r>
            <a:r>
              <a:rPr lang="en-GB" sz="2800" dirty="0"/>
              <a:t> BLACK.</a:t>
            </a:r>
            <a:endParaRPr lang="en-GB" sz="2800" dirty="0"/>
          </a:p>
          <a:p>
            <a:r>
              <a:rPr lang="en-GB" sz="2800" dirty="0"/>
              <a:t>If the tree is not EMPTY, create </a:t>
            </a:r>
            <a:r>
              <a:rPr lang="en-GB" sz="2800" dirty="0" err="1"/>
              <a:t>newnode</a:t>
            </a:r>
            <a:r>
              <a:rPr lang="en-GB" sz="2800" dirty="0"/>
              <a:t> as leaf node with </a:t>
            </a:r>
            <a:r>
              <a:rPr lang="en-GB" sz="2800" dirty="0" err="1"/>
              <a:t>color</a:t>
            </a:r>
            <a:r>
              <a:rPr lang="en-GB" sz="2800" dirty="0"/>
              <a:t> RED.</a:t>
            </a:r>
            <a:endParaRPr lang="en-GB" sz="2800" dirty="0"/>
          </a:p>
          <a:p>
            <a:r>
              <a:rPr lang="en-IN" sz="2800" dirty="0"/>
              <a:t>If parent of </a:t>
            </a:r>
            <a:r>
              <a:rPr lang="en-IN" sz="2800" dirty="0" err="1"/>
              <a:t>newnode</a:t>
            </a:r>
            <a:r>
              <a:rPr lang="en-IN" sz="2800" dirty="0"/>
              <a:t> is BLACK, then EXIT.</a:t>
            </a:r>
            <a:endParaRPr lang="en-IN" sz="2800" dirty="0"/>
          </a:p>
          <a:p>
            <a:r>
              <a:rPr lang="en-IN" sz="2800" dirty="0"/>
              <a:t>If parent of </a:t>
            </a:r>
            <a:r>
              <a:rPr lang="en-IN" sz="2800" dirty="0" err="1"/>
              <a:t>newnode</a:t>
            </a:r>
            <a:r>
              <a:rPr lang="en-IN" sz="2800" dirty="0"/>
              <a:t> is RED, check </a:t>
            </a:r>
            <a:r>
              <a:rPr lang="en-IN" sz="2800" dirty="0" err="1"/>
              <a:t>color</a:t>
            </a:r>
            <a:r>
              <a:rPr lang="en-IN" sz="2800" dirty="0"/>
              <a:t> of UNCLE 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      If </a:t>
            </a:r>
            <a:r>
              <a:rPr lang="en-IN" sz="2800" dirty="0" err="1"/>
              <a:t>color</a:t>
            </a:r>
            <a:r>
              <a:rPr lang="en-IN" sz="2800" dirty="0"/>
              <a:t> is BLACK or NULL, do suitable ROTATION and     RECOLOR.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      If </a:t>
            </a:r>
            <a:r>
              <a:rPr lang="en-IN" sz="2800" dirty="0" err="1"/>
              <a:t>color</a:t>
            </a:r>
            <a:r>
              <a:rPr lang="en-IN" sz="2800" dirty="0"/>
              <a:t> is RED, then RECOLOR, check if parent’s parent is ROOT or not, if not then RECOLOR and RECHECK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207" y="19665"/>
            <a:ext cx="9135260" cy="668594"/>
          </a:xfrm>
        </p:spPr>
        <p:txBody>
          <a:bodyPr>
            <a:normAutofit fontScale="90000"/>
          </a:bodyPr>
          <a:lstStyle/>
          <a:p>
            <a:r>
              <a:rPr lang="en-GB" dirty="0"/>
              <a:t>Create a RB Tree with the following keys: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0" y="784072"/>
            <a:ext cx="9408381" cy="887411"/>
          </a:xfrm>
        </p:spPr>
        <p:txBody>
          <a:bodyPr>
            <a:normAutofit/>
          </a:bodyPr>
          <a:lstStyle/>
          <a:p>
            <a:r>
              <a:rPr lang="en-GB" sz="2800" dirty="0"/>
              <a:t>10, 18, 7, 15, 16, 30, 25, 40, 60, 2, 1, 70</a:t>
            </a:r>
            <a:endParaRPr lang="en-IN" sz="2800" dirty="0"/>
          </a:p>
        </p:txBody>
      </p:sp>
      <p:sp>
        <p:nvSpPr>
          <p:cNvPr id="4" name="Flowchart: Connector 3"/>
          <p:cNvSpPr/>
          <p:nvPr/>
        </p:nvSpPr>
        <p:spPr>
          <a:xfrm>
            <a:off x="3559277" y="1786961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" name="Straight Arrow Connector 5"/>
          <p:cNvCxnSpPr>
            <a:stCxn id="4" idx="5"/>
          </p:cNvCxnSpPr>
          <p:nvPr/>
        </p:nvCxnSpPr>
        <p:spPr>
          <a:xfrm>
            <a:off x="4163527" y="2372328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5095837" y="354944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8" name="Straight Arrow Connector 7"/>
          <p:cNvCxnSpPr>
            <a:endCxn id="10" idx="0"/>
          </p:cNvCxnSpPr>
          <p:nvPr/>
        </p:nvCxnSpPr>
        <p:spPr>
          <a:xfrm flipH="1">
            <a:off x="2418735" y="2287325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2064773" y="354944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3620077" y="521601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14" name="Straight Arrow Connector 13"/>
          <p:cNvCxnSpPr>
            <a:endCxn id="13" idx="0"/>
          </p:cNvCxnSpPr>
          <p:nvPr/>
        </p:nvCxnSpPr>
        <p:spPr>
          <a:xfrm flipH="1">
            <a:off x="3974039" y="4138003"/>
            <a:ext cx="1204281" cy="1078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" name="Flowchart: Connector 3"/>
          <p:cNvSpPr/>
          <p:nvPr/>
        </p:nvSpPr>
        <p:spPr>
          <a:xfrm>
            <a:off x="3559277" y="1786961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" name="Straight Arrow Connector 4"/>
          <p:cNvCxnSpPr>
            <a:stCxn id="4" idx="5"/>
          </p:cNvCxnSpPr>
          <p:nvPr/>
        </p:nvCxnSpPr>
        <p:spPr>
          <a:xfrm>
            <a:off x="4163527" y="2372328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5095837" y="354944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2418735" y="2287325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2064773" y="354944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3620077" y="521601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 flipH="1">
            <a:off x="3974039" y="4138003"/>
            <a:ext cx="1204281" cy="1078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66962" y="4169336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" name="Flowchart: Connector 3"/>
          <p:cNvSpPr/>
          <p:nvPr/>
        </p:nvSpPr>
        <p:spPr>
          <a:xfrm>
            <a:off x="3559277" y="1786961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" name="Straight Arrow Connector 4"/>
          <p:cNvCxnSpPr>
            <a:stCxn id="4" idx="5"/>
          </p:cNvCxnSpPr>
          <p:nvPr/>
        </p:nvCxnSpPr>
        <p:spPr>
          <a:xfrm>
            <a:off x="4163527" y="2372328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5095837" y="3549445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2418735" y="2287325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2064773" y="3549445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3620077" y="521601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 flipH="1">
            <a:off x="3974039" y="4138003"/>
            <a:ext cx="1204281" cy="1078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" name="Flowchart: Connector 3"/>
          <p:cNvSpPr/>
          <p:nvPr/>
        </p:nvSpPr>
        <p:spPr>
          <a:xfrm>
            <a:off x="3539613" y="872561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" name="Straight Arrow Connector 4"/>
          <p:cNvCxnSpPr>
            <a:stCxn id="4" idx="5"/>
          </p:cNvCxnSpPr>
          <p:nvPr/>
        </p:nvCxnSpPr>
        <p:spPr>
          <a:xfrm>
            <a:off x="4143863" y="1457928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5076173" y="2635045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2399071" y="1372925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2045109" y="2635045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3600413" y="430161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 flipH="1">
            <a:off x="3954375" y="3223603"/>
            <a:ext cx="1204281" cy="1078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lowchart: Connector 2"/>
          <p:cNvSpPr/>
          <p:nvPr/>
        </p:nvSpPr>
        <p:spPr>
          <a:xfrm>
            <a:off x="5076173" y="5830529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16</a:t>
            </a:r>
            <a:endParaRPr lang="en-IN" dirty="0"/>
          </a:p>
        </p:txBody>
      </p:sp>
      <p:cxnSp>
        <p:nvCxnSpPr>
          <p:cNvPr id="13" name="Straight Arrow Connector 12"/>
          <p:cNvCxnSpPr>
            <a:stCxn id="9" idx="5"/>
            <a:endCxn id="3" idx="0"/>
          </p:cNvCxnSpPr>
          <p:nvPr/>
        </p:nvCxnSpPr>
        <p:spPr>
          <a:xfrm>
            <a:off x="4204663" y="4886980"/>
            <a:ext cx="1225472" cy="94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04187" y="4986087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" name="Flowchart: Connector 3"/>
          <p:cNvSpPr/>
          <p:nvPr/>
        </p:nvSpPr>
        <p:spPr>
          <a:xfrm>
            <a:off x="1729386" y="980715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" name="Straight Arrow Connector 4"/>
          <p:cNvCxnSpPr>
            <a:stCxn id="4" idx="5"/>
          </p:cNvCxnSpPr>
          <p:nvPr/>
        </p:nvCxnSpPr>
        <p:spPr>
          <a:xfrm>
            <a:off x="2333636" y="1566082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3265946" y="2743199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588844" y="1481079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Flowchart: Connector 7"/>
          <p:cNvSpPr/>
          <p:nvPr/>
        </p:nvSpPr>
        <p:spPr>
          <a:xfrm>
            <a:off x="234882" y="2743199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1790186" y="4409767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 flipH="1">
            <a:off x="2144148" y="3331757"/>
            <a:ext cx="1204281" cy="1078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lowchart: Connector 2"/>
          <p:cNvSpPr/>
          <p:nvPr/>
        </p:nvSpPr>
        <p:spPr>
          <a:xfrm>
            <a:off x="3265946" y="593868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13" name="Straight Arrow Connector 12"/>
          <p:cNvCxnSpPr>
            <a:stCxn id="9" idx="5"/>
            <a:endCxn id="3" idx="0"/>
          </p:cNvCxnSpPr>
          <p:nvPr/>
        </p:nvCxnSpPr>
        <p:spPr>
          <a:xfrm>
            <a:off x="2394436" y="4995134"/>
            <a:ext cx="1225472" cy="94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68489" y="5466908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97340" y="4621307"/>
            <a:ext cx="2449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owchart: Connector 15"/>
          <p:cNvSpPr/>
          <p:nvPr/>
        </p:nvSpPr>
        <p:spPr>
          <a:xfrm>
            <a:off x="7158498" y="974214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7" name="Straight Arrow Connector 16"/>
          <p:cNvCxnSpPr>
            <a:stCxn id="16" idx="5"/>
          </p:cNvCxnSpPr>
          <p:nvPr/>
        </p:nvCxnSpPr>
        <p:spPr>
          <a:xfrm>
            <a:off x="7762748" y="1559581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>
            <a:off x="8695058" y="2736698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9" name="Straight Arrow Connector 18"/>
          <p:cNvCxnSpPr>
            <a:endCxn id="20" idx="0"/>
          </p:cNvCxnSpPr>
          <p:nvPr/>
        </p:nvCxnSpPr>
        <p:spPr>
          <a:xfrm flipH="1">
            <a:off x="6017956" y="1474578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5663994" y="2736698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1" name="Straight Arrow Connector 20"/>
          <p:cNvCxnSpPr>
            <a:endCxn id="24" idx="7"/>
          </p:cNvCxnSpPr>
          <p:nvPr/>
        </p:nvCxnSpPr>
        <p:spPr>
          <a:xfrm flipH="1">
            <a:off x="7762747" y="3325256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59106" y="4190849"/>
            <a:ext cx="161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Rotation</a:t>
            </a:r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5910704" y="593868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7158497" y="4409767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24" idx="3"/>
          </p:cNvCxnSpPr>
          <p:nvPr/>
        </p:nvCxnSpPr>
        <p:spPr>
          <a:xfrm flipH="1">
            <a:off x="6371917" y="4995134"/>
            <a:ext cx="890253" cy="94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2" grpId="0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1927737" y="964382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7" name="Straight Arrow Connector 16"/>
          <p:cNvCxnSpPr>
            <a:stCxn id="16" idx="5"/>
          </p:cNvCxnSpPr>
          <p:nvPr/>
        </p:nvCxnSpPr>
        <p:spPr>
          <a:xfrm>
            <a:off x="2531987" y="1549749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>
            <a:off x="3464297" y="2726866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9" name="Straight Arrow Connector 18"/>
          <p:cNvCxnSpPr>
            <a:endCxn id="20" idx="0"/>
          </p:cNvCxnSpPr>
          <p:nvPr/>
        </p:nvCxnSpPr>
        <p:spPr>
          <a:xfrm flipH="1">
            <a:off x="787195" y="1464746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433233" y="2726866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1" name="Straight Arrow Connector 20"/>
          <p:cNvCxnSpPr>
            <a:endCxn id="24" idx="7"/>
          </p:cNvCxnSpPr>
          <p:nvPr/>
        </p:nvCxnSpPr>
        <p:spPr>
          <a:xfrm flipH="1">
            <a:off x="2531986" y="3315424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18258" y="3857022"/>
            <a:ext cx="193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Right Rotation</a:t>
            </a:r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679943" y="5928851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1927736" y="439993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24" idx="3"/>
          </p:cNvCxnSpPr>
          <p:nvPr/>
        </p:nvCxnSpPr>
        <p:spPr>
          <a:xfrm flipH="1">
            <a:off x="1141156" y="4985302"/>
            <a:ext cx="890253" cy="94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367623" y="4267345"/>
            <a:ext cx="2449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7311859" y="964382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6" name="Straight Arrow Connector 25"/>
          <p:cNvCxnSpPr>
            <a:stCxn id="14" idx="5"/>
          </p:cNvCxnSpPr>
          <p:nvPr/>
        </p:nvCxnSpPr>
        <p:spPr>
          <a:xfrm>
            <a:off x="7916109" y="1549749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8848419" y="2726866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29" idx="0"/>
          </p:cNvCxnSpPr>
          <p:nvPr/>
        </p:nvCxnSpPr>
        <p:spPr>
          <a:xfrm flipH="1">
            <a:off x="6171317" y="1464746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lowchart: Connector 28"/>
          <p:cNvSpPr/>
          <p:nvPr/>
        </p:nvSpPr>
        <p:spPr>
          <a:xfrm>
            <a:off x="5817355" y="2726866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0" name="Straight Arrow Connector 29"/>
          <p:cNvCxnSpPr>
            <a:endCxn id="31" idx="7"/>
          </p:cNvCxnSpPr>
          <p:nvPr/>
        </p:nvCxnSpPr>
        <p:spPr>
          <a:xfrm flipH="1">
            <a:off x="7916108" y="3315424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7311858" y="4399935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9967770" y="4399935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27" idx="5"/>
          </p:cNvCxnSpPr>
          <p:nvPr/>
        </p:nvCxnSpPr>
        <p:spPr>
          <a:xfrm>
            <a:off x="9452669" y="3312233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 animBg="1"/>
      <p:bldP spid="27" grpId="0" animBg="1"/>
      <p:bldP spid="29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4" y="161045"/>
            <a:ext cx="8596668" cy="570221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1697640" y="1298679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6" name="Straight Arrow Connector 25"/>
          <p:cNvCxnSpPr>
            <a:stCxn id="14" idx="5"/>
          </p:cNvCxnSpPr>
          <p:nvPr/>
        </p:nvCxnSpPr>
        <p:spPr>
          <a:xfrm>
            <a:off x="2301890" y="1884046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3234200" y="306116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29" idx="0"/>
          </p:cNvCxnSpPr>
          <p:nvPr/>
        </p:nvCxnSpPr>
        <p:spPr>
          <a:xfrm flipH="1">
            <a:off x="557098" y="1799043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lowchart: Connector 28"/>
          <p:cNvSpPr/>
          <p:nvPr/>
        </p:nvSpPr>
        <p:spPr>
          <a:xfrm>
            <a:off x="203136" y="306116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0" name="Straight Arrow Connector 29"/>
          <p:cNvCxnSpPr>
            <a:endCxn id="31" idx="7"/>
          </p:cNvCxnSpPr>
          <p:nvPr/>
        </p:nvCxnSpPr>
        <p:spPr>
          <a:xfrm flipH="1">
            <a:off x="2301889" y="3649721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1697639" y="4734232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4353551" y="4734232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27" idx="5"/>
          </p:cNvCxnSpPr>
          <p:nvPr/>
        </p:nvCxnSpPr>
        <p:spPr>
          <a:xfrm>
            <a:off x="3838450" y="3646530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lowchart: Connector 2"/>
          <p:cNvSpPr/>
          <p:nvPr/>
        </p:nvSpPr>
        <p:spPr>
          <a:xfrm>
            <a:off x="8004661" y="1298679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" name="Straight Arrow Connector 3"/>
          <p:cNvCxnSpPr>
            <a:stCxn id="3" idx="5"/>
          </p:cNvCxnSpPr>
          <p:nvPr/>
        </p:nvCxnSpPr>
        <p:spPr>
          <a:xfrm>
            <a:off x="8608911" y="1884046"/>
            <a:ext cx="1225471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/>
          <p:cNvSpPr/>
          <p:nvPr/>
        </p:nvSpPr>
        <p:spPr>
          <a:xfrm>
            <a:off x="9541221" y="306116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6864119" y="1799043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6510157" y="306116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8" name="Straight Arrow Connector 7"/>
          <p:cNvCxnSpPr>
            <a:endCxn id="9" idx="7"/>
          </p:cNvCxnSpPr>
          <p:nvPr/>
        </p:nvCxnSpPr>
        <p:spPr>
          <a:xfrm flipH="1">
            <a:off x="8608910" y="3649721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8004660" y="4734232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10660572" y="4734232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5" idx="5"/>
          </p:cNvCxnSpPr>
          <p:nvPr/>
        </p:nvCxnSpPr>
        <p:spPr>
          <a:xfrm>
            <a:off x="10145471" y="3646530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838450" y="2409048"/>
            <a:ext cx="2449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33261" y="1993386"/>
            <a:ext cx="215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3" name="Flowchart: Connector 2"/>
          <p:cNvSpPr/>
          <p:nvPr/>
        </p:nvSpPr>
        <p:spPr>
          <a:xfrm>
            <a:off x="1702184" y="807066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" name="Straight Arrow Connector 3"/>
          <p:cNvCxnSpPr>
            <a:stCxn id="3" idx="5"/>
          </p:cNvCxnSpPr>
          <p:nvPr/>
        </p:nvCxnSpPr>
        <p:spPr>
          <a:xfrm>
            <a:off x="2306434" y="1392433"/>
            <a:ext cx="1035984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/>
          <p:cNvSpPr/>
          <p:nvPr/>
        </p:nvSpPr>
        <p:spPr>
          <a:xfrm>
            <a:off x="3238744" y="2569550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561642" y="1307430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207680" y="2569550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8" name="Straight Arrow Connector 7"/>
          <p:cNvCxnSpPr>
            <a:endCxn id="9" idx="7"/>
          </p:cNvCxnSpPr>
          <p:nvPr/>
        </p:nvCxnSpPr>
        <p:spPr>
          <a:xfrm flipH="1">
            <a:off x="2306433" y="3158108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1702183" y="4242619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4358095" y="4242619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5" idx="5"/>
          </p:cNvCxnSpPr>
          <p:nvPr/>
        </p:nvCxnSpPr>
        <p:spPr>
          <a:xfrm>
            <a:off x="3842994" y="3154917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5388077" y="5968180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883544" y="4880478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93509" y="5205610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7390363" y="807066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19" idx="5"/>
          </p:cNvCxnSpPr>
          <p:nvPr/>
        </p:nvCxnSpPr>
        <p:spPr>
          <a:xfrm>
            <a:off x="7994613" y="1392433"/>
            <a:ext cx="1035984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Connector 20"/>
          <p:cNvSpPr/>
          <p:nvPr/>
        </p:nvSpPr>
        <p:spPr>
          <a:xfrm>
            <a:off x="8926923" y="2569550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2" name="Straight Arrow Connector 21"/>
          <p:cNvCxnSpPr>
            <a:endCxn id="23" idx="0"/>
          </p:cNvCxnSpPr>
          <p:nvPr/>
        </p:nvCxnSpPr>
        <p:spPr>
          <a:xfrm flipH="1">
            <a:off x="6249821" y="1307430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5895859" y="2569550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4" name="Straight Arrow Connector 23"/>
          <p:cNvCxnSpPr>
            <a:endCxn id="25" idx="7"/>
          </p:cNvCxnSpPr>
          <p:nvPr/>
        </p:nvCxnSpPr>
        <p:spPr>
          <a:xfrm flipH="1">
            <a:off x="7994612" y="3158108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7390362" y="4242619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10046274" y="4242619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21" idx="5"/>
          </p:cNvCxnSpPr>
          <p:nvPr/>
        </p:nvCxnSpPr>
        <p:spPr>
          <a:xfrm>
            <a:off x="9531173" y="3154917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11076256" y="5968180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0571723" y="4880478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553315" y="1838777"/>
            <a:ext cx="2449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40443" y="1445539"/>
            <a:ext cx="167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5" grpId="0" animBg="1"/>
      <p:bldP spid="34" grpId="0" animBg="1"/>
      <p:bldP spid="36" grpId="0" animBg="1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1521772" y="759739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19" idx="5"/>
          </p:cNvCxnSpPr>
          <p:nvPr/>
        </p:nvCxnSpPr>
        <p:spPr>
          <a:xfrm>
            <a:off x="2126022" y="1345106"/>
            <a:ext cx="1035984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Connector 20"/>
          <p:cNvSpPr/>
          <p:nvPr/>
        </p:nvSpPr>
        <p:spPr>
          <a:xfrm>
            <a:off x="3058332" y="252222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22" name="Straight Arrow Connector 21"/>
          <p:cNvCxnSpPr>
            <a:endCxn id="23" idx="0"/>
          </p:cNvCxnSpPr>
          <p:nvPr/>
        </p:nvCxnSpPr>
        <p:spPr>
          <a:xfrm flipH="1">
            <a:off x="381230" y="1260103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27268" y="252222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4" name="Straight Arrow Connector 23"/>
          <p:cNvCxnSpPr>
            <a:endCxn id="25" idx="7"/>
          </p:cNvCxnSpPr>
          <p:nvPr/>
        </p:nvCxnSpPr>
        <p:spPr>
          <a:xfrm flipH="1">
            <a:off x="2126021" y="3110781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1521771" y="4195292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4177683" y="4195292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21" idx="5"/>
          </p:cNvCxnSpPr>
          <p:nvPr/>
        </p:nvCxnSpPr>
        <p:spPr>
          <a:xfrm>
            <a:off x="3662582" y="3107590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5207665" y="592085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703132" y="4833151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386300" y="3419312"/>
            <a:ext cx="1211429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75083" y="2993358"/>
            <a:ext cx="167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7490723" y="759739"/>
            <a:ext cx="707923" cy="68580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13" idx="5"/>
          </p:cNvCxnSpPr>
          <p:nvPr/>
        </p:nvCxnSpPr>
        <p:spPr>
          <a:xfrm>
            <a:off x="8094973" y="1345106"/>
            <a:ext cx="1035984" cy="117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9027283" y="252222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cxnSp>
        <p:nvCxnSpPr>
          <p:cNvPr id="18" name="Straight Arrow Connector 17"/>
          <p:cNvCxnSpPr>
            <a:endCxn id="26" idx="0"/>
          </p:cNvCxnSpPr>
          <p:nvPr/>
        </p:nvCxnSpPr>
        <p:spPr>
          <a:xfrm flipH="1">
            <a:off x="6350181" y="1260103"/>
            <a:ext cx="1201342" cy="1262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5996219" y="2522223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7" name="Straight Arrow Connector 26"/>
          <p:cNvCxnSpPr>
            <a:endCxn id="28" idx="7"/>
          </p:cNvCxnSpPr>
          <p:nvPr/>
        </p:nvCxnSpPr>
        <p:spPr>
          <a:xfrm flipH="1">
            <a:off x="8094972" y="3110781"/>
            <a:ext cx="1014794" cy="1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/>
          <p:cNvSpPr/>
          <p:nvPr/>
        </p:nvSpPr>
        <p:spPr>
          <a:xfrm>
            <a:off x="7490722" y="4195292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10146634" y="4195292"/>
            <a:ext cx="707923" cy="6858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0" name="Straight Arrow Connector 29"/>
          <p:cNvCxnSpPr>
            <a:stCxn id="15" idx="5"/>
          </p:cNvCxnSpPr>
          <p:nvPr/>
        </p:nvCxnSpPr>
        <p:spPr>
          <a:xfrm>
            <a:off x="9631533" y="3107590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0672083" y="4833151"/>
            <a:ext cx="723718" cy="108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11079672" y="5920853"/>
            <a:ext cx="707923" cy="6858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5" grpId="0" animBg="1"/>
      <p:bldP spid="34" grpId="0" animBg="1"/>
      <p:bldP spid="36" grpId="0" animBg="1"/>
      <p:bldP spid="40" grpId="0"/>
      <p:bldP spid="13" grpId="0" animBg="1"/>
      <p:bldP spid="15" grpId="0" animBg="1"/>
      <p:bldP spid="26" grpId="0" animBg="1"/>
      <p:bldP spid="28" grpId="0" animBg="1"/>
      <p:bldP spid="29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1021097" y="759739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13" idx="5"/>
            <a:endCxn id="7" idx="1"/>
          </p:cNvCxnSpPr>
          <p:nvPr/>
        </p:nvCxnSpPr>
        <p:spPr>
          <a:xfrm>
            <a:off x="1536856" y="1235874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421695" y="1274141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3"/>
          </p:cNvCxnSpPr>
          <p:nvPr/>
        </p:nvCxnSpPr>
        <p:spPr>
          <a:xfrm flipH="1">
            <a:off x="1625346" y="246769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5"/>
            <a:endCxn id="12" idx="1"/>
          </p:cNvCxnSpPr>
          <p:nvPr/>
        </p:nvCxnSpPr>
        <p:spPr>
          <a:xfrm>
            <a:off x="2754755" y="246769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828716" y="380122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/>
          <p:cNvSpPr/>
          <p:nvPr/>
        </p:nvSpPr>
        <p:spPr>
          <a:xfrm>
            <a:off x="113708" y="1991564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7" name="Flowchart: Connector 6"/>
          <p:cNvSpPr/>
          <p:nvPr/>
        </p:nvSpPr>
        <p:spPr>
          <a:xfrm>
            <a:off x="2238996" y="199156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1230281" y="332509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3374883" y="332509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sp>
        <p:nvSpPr>
          <p:cNvPr id="41" name="Flowchart: Connector 40"/>
          <p:cNvSpPr/>
          <p:nvPr/>
        </p:nvSpPr>
        <p:spPr>
          <a:xfrm>
            <a:off x="4052874" y="45779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3374883" y="595554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cxnSp>
        <p:nvCxnSpPr>
          <p:cNvPr id="48" name="Straight Arrow Connector 47"/>
          <p:cNvCxnSpPr>
            <a:stCxn id="41" idx="4"/>
            <a:endCxn id="47" idx="0"/>
          </p:cNvCxnSpPr>
          <p:nvPr/>
        </p:nvCxnSpPr>
        <p:spPr>
          <a:xfrm flipH="1">
            <a:off x="3677008" y="5135825"/>
            <a:ext cx="677991" cy="81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737426" y="5213048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sp>
        <p:nvSpPr>
          <p:cNvPr id="59" name="TextBox 58"/>
          <p:cNvSpPr txBox="1"/>
          <p:nvPr/>
        </p:nvSpPr>
        <p:spPr>
          <a:xfrm>
            <a:off x="4593412" y="3404326"/>
            <a:ext cx="167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Right Rotation</a:t>
            </a:r>
            <a:endParaRPr lang="en-IN" dirty="0"/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4365608" y="3777813"/>
            <a:ext cx="2035192" cy="23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Connector 62"/>
          <p:cNvSpPr/>
          <p:nvPr/>
        </p:nvSpPr>
        <p:spPr>
          <a:xfrm>
            <a:off x="6805896" y="841431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4" name="Straight Arrow Connector 63"/>
          <p:cNvCxnSpPr>
            <a:stCxn id="63" idx="5"/>
            <a:endCxn id="70" idx="1"/>
          </p:cNvCxnSpPr>
          <p:nvPr/>
        </p:nvCxnSpPr>
        <p:spPr>
          <a:xfrm>
            <a:off x="7321655" y="1317566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6206494" y="1355833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70" idx="3"/>
          </p:cNvCxnSpPr>
          <p:nvPr/>
        </p:nvCxnSpPr>
        <p:spPr>
          <a:xfrm flipH="1">
            <a:off x="7410145" y="254939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70" idx="5"/>
            <a:endCxn id="72" idx="1"/>
          </p:cNvCxnSpPr>
          <p:nvPr/>
        </p:nvCxnSpPr>
        <p:spPr>
          <a:xfrm>
            <a:off x="8539554" y="254939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9613515" y="388291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lowchart: Connector 68"/>
          <p:cNvSpPr/>
          <p:nvPr/>
        </p:nvSpPr>
        <p:spPr>
          <a:xfrm>
            <a:off x="5898507" y="2073256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70" name="Flowchart: Connector 69"/>
          <p:cNvSpPr/>
          <p:nvPr/>
        </p:nvSpPr>
        <p:spPr>
          <a:xfrm>
            <a:off x="8023795" y="207325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71" name="Flowchart: Connector 70"/>
          <p:cNvSpPr/>
          <p:nvPr/>
        </p:nvSpPr>
        <p:spPr>
          <a:xfrm>
            <a:off x="7015080" y="340678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72" name="Flowchart: Connector 71"/>
          <p:cNvSpPr/>
          <p:nvPr/>
        </p:nvSpPr>
        <p:spPr>
          <a:xfrm>
            <a:off x="9159682" y="340678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sp>
        <p:nvSpPr>
          <p:cNvPr id="73" name="Flowchart: Connector 72"/>
          <p:cNvSpPr/>
          <p:nvPr/>
        </p:nvSpPr>
        <p:spPr>
          <a:xfrm>
            <a:off x="9837673" y="465969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74" name="Flowchart: Connector 73"/>
          <p:cNvSpPr/>
          <p:nvPr/>
        </p:nvSpPr>
        <p:spPr>
          <a:xfrm>
            <a:off x="10723011" y="603723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75" name="Straight Arrow Connector 74"/>
          <p:cNvCxnSpPr>
            <a:stCxn id="73" idx="5"/>
            <a:endCxn id="74" idx="0"/>
          </p:cNvCxnSpPr>
          <p:nvPr/>
        </p:nvCxnSpPr>
        <p:spPr>
          <a:xfrm>
            <a:off x="10353432" y="5135825"/>
            <a:ext cx="671704" cy="90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3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63" name="Flowchart: Connector 62"/>
          <p:cNvSpPr/>
          <p:nvPr/>
        </p:nvSpPr>
        <p:spPr>
          <a:xfrm>
            <a:off x="1004864" y="870928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4" name="Straight Arrow Connector 63"/>
          <p:cNvCxnSpPr>
            <a:stCxn id="63" idx="5"/>
            <a:endCxn id="70" idx="1"/>
          </p:cNvCxnSpPr>
          <p:nvPr/>
        </p:nvCxnSpPr>
        <p:spPr>
          <a:xfrm>
            <a:off x="1520623" y="1347063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405462" y="1385330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70" idx="3"/>
          </p:cNvCxnSpPr>
          <p:nvPr/>
        </p:nvCxnSpPr>
        <p:spPr>
          <a:xfrm flipH="1">
            <a:off x="1609113" y="257888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70" idx="5"/>
            <a:endCxn id="72" idx="1"/>
          </p:cNvCxnSpPr>
          <p:nvPr/>
        </p:nvCxnSpPr>
        <p:spPr>
          <a:xfrm>
            <a:off x="2738522" y="257888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812483" y="391241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lowchart: Connector 68"/>
          <p:cNvSpPr/>
          <p:nvPr/>
        </p:nvSpPr>
        <p:spPr>
          <a:xfrm>
            <a:off x="97475" y="2102753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70" name="Flowchart: Connector 69"/>
          <p:cNvSpPr/>
          <p:nvPr/>
        </p:nvSpPr>
        <p:spPr>
          <a:xfrm>
            <a:off x="2222763" y="210275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71" name="Flowchart: Connector 70"/>
          <p:cNvSpPr/>
          <p:nvPr/>
        </p:nvSpPr>
        <p:spPr>
          <a:xfrm>
            <a:off x="1214048" y="343628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72" name="Flowchart: Connector 71"/>
          <p:cNvSpPr/>
          <p:nvPr/>
        </p:nvSpPr>
        <p:spPr>
          <a:xfrm>
            <a:off x="3358650" y="343628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sp>
        <p:nvSpPr>
          <p:cNvPr id="73" name="Flowchart: Connector 72"/>
          <p:cNvSpPr/>
          <p:nvPr/>
        </p:nvSpPr>
        <p:spPr>
          <a:xfrm>
            <a:off x="4036641" y="468918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74" name="Flowchart: Connector 73"/>
          <p:cNvSpPr/>
          <p:nvPr/>
        </p:nvSpPr>
        <p:spPr>
          <a:xfrm>
            <a:off x="4921979" y="606673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75" name="Straight Arrow Connector 74"/>
          <p:cNvCxnSpPr>
            <a:stCxn id="73" idx="5"/>
          </p:cNvCxnSpPr>
          <p:nvPr/>
        </p:nvCxnSpPr>
        <p:spPr>
          <a:xfrm>
            <a:off x="4552400" y="5165322"/>
            <a:ext cx="540710" cy="90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420456" y="3404326"/>
            <a:ext cx="167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Rotation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365608" y="3773658"/>
            <a:ext cx="1730392" cy="27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7230999" y="870928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5"/>
            <a:endCxn id="21" idx="1"/>
          </p:cNvCxnSpPr>
          <p:nvPr/>
        </p:nvCxnSpPr>
        <p:spPr>
          <a:xfrm>
            <a:off x="7746758" y="1347063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631597" y="1385330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21" idx="3"/>
          </p:cNvCxnSpPr>
          <p:nvPr/>
        </p:nvCxnSpPr>
        <p:spPr>
          <a:xfrm flipH="1">
            <a:off x="7835248" y="257888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1" idx="5"/>
            <a:endCxn id="23" idx="1"/>
          </p:cNvCxnSpPr>
          <p:nvPr/>
        </p:nvCxnSpPr>
        <p:spPr>
          <a:xfrm>
            <a:off x="8964657" y="257888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0038618" y="391241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6323610" y="2102753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8448898" y="210275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7440183" y="343628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9584785" y="343628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10262776" y="468918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5" name="Flowchart: Connector 24"/>
          <p:cNvSpPr/>
          <p:nvPr/>
        </p:nvSpPr>
        <p:spPr>
          <a:xfrm>
            <a:off x="8535025" y="468918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6" name="Straight Arrow Connector 25"/>
          <p:cNvCxnSpPr>
            <a:stCxn id="23" idx="3"/>
          </p:cNvCxnSpPr>
          <p:nvPr/>
        </p:nvCxnSpPr>
        <p:spPr>
          <a:xfrm flipH="1">
            <a:off x="8964657" y="3912416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1233322" y="1008579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5"/>
            <a:endCxn id="21" idx="1"/>
          </p:cNvCxnSpPr>
          <p:nvPr/>
        </p:nvCxnSpPr>
        <p:spPr>
          <a:xfrm>
            <a:off x="1749081" y="1484714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33920" y="1522981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21" idx="3"/>
          </p:cNvCxnSpPr>
          <p:nvPr/>
        </p:nvCxnSpPr>
        <p:spPr>
          <a:xfrm flipH="1">
            <a:off x="1837571" y="271653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1" idx="5"/>
            <a:endCxn id="23" idx="1"/>
          </p:cNvCxnSpPr>
          <p:nvPr/>
        </p:nvCxnSpPr>
        <p:spPr>
          <a:xfrm>
            <a:off x="2966980" y="271653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040941" y="405006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325933" y="2240404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2451221" y="224040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1442506" y="357393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3587108" y="357393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4265099" y="482683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5" name="Flowchart: Connector 24"/>
          <p:cNvSpPr/>
          <p:nvPr/>
        </p:nvSpPr>
        <p:spPr>
          <a:xfrm>
            <a:off x="2537348" y="48268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6" name="Straight Arrow Connector 25"/>
          <p:cNvCxnSpPr>
            <a:stCxn id="23" idx="3"/>
          </p:cNvCxnSpPr>
          <p:nvPr/>
        </p:nvCxnSpPr>
        <p:spPr>
          <a:xfrm flipH="1">
            <a:off x="2966980" y="4050067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4191357" y="287885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442911" y="2456120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7593247" y="1008579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9" name="Straight Arrow Connector 8"/>
          <p:cNvCxnSpPr>
            <a:stCxn id="8" idx="5"/>
            <a:endCxn id="28" idx="1"/>
          </p:cNvCxnSpPr>
          <p:nvPr/>
        </p:nvCxnSpPr>
        <p:spPr>
          <a:xfrm>
            <a:off x="8109006" y="1484714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993845" y="1522981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8" idx="3"/>
          </p:cNvCxnSpPr>
          <p:nvPr/>
        </p:nvCxnSpPr>
        <p:spPr>
          <a:xfrm flipH="1">
            <a:off x="8197496" y="271653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8" idx="5"/>
            <a:endCxn id="30" idx="1"/>
          </p:cNvCxnSpPr>
          <p:nvPr/>
        </p:nvCxnSpPr>
        <p:spPr>
          <a:xfrm>
            <a:off x="9326905" y="271653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0400866" y="405006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6685858" y="2240404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8811146" y="224040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7802431" y="357393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9947033" y="357393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10625024" y="482683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8897273" y="482683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30" idx="3"/>
          </p:cNvCxnSpPr>
          <p:nvPr/>
        </p:nvCxnSpPr>
        <p:spPr>
          <a:xfrm flipH="1">
            <a:off x="9326905" y="4050067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1112629" y="615289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9" name="Straight Arrow Connector 8"/>
          <p:cNvCxnSpPr>
            <a:stCxn id="8" idx="5"/>
            <a:endCxn id="28" idx="1"/>
          </p:cNvCxnSpPr>
          <p:nvPr/>
        </p:nvCxnSpPr>
        <p:spPr>
          <a:xfrm>
            <a:off x="1628388" y="1091424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13227" y="1129691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8" idx="3"/>
          </p:cNvCxnSpPr>
          <p:nvPr/>
        </p:nvCxnSpPr>
        <p:spPr>
          <a:xfrm flipH="1">
            <a:off x="1716878" y="232324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8" idx="5"/>
            <a:endCxn id="30" idx="1"/>
          </p:cNvCxnSpPr>
          <p:nvPr/>
        </p:nvCxnSpPr>
        <p:spPr>
          <a:xfrm>
            <a:off x="2846287" y="232324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20248" y="365677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205240" y="1847114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2330528" y="184711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1321813" y="31806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3466415" y="31806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4144406" y="44335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2416655" y="443354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30" idx="3"/>
          </p:cNvCxnSpPr>
          <p:nvPr/>
        </p:nvCxnSpPr>
        <p:spPr>
          <a:xfrm flipH="1">
            <a:off x="2846287" y="3656777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4915966" y="595263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6" name="Straight Arrow Connector 5"/>
          <p:cNvCxnSpPr>
            <a:stCxn id="31" idx="5"/>
            <a:endCxn id="4" idx="0"/>
          </p:cNvCxnSpPr>
          <p:nvPr/>
        </p:nvCxnSpPr>
        <p:spPr>
          <a:xfrm>
            <a:off x="4660165" y="4909683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554905" y="5210138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7281706" y="615289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3" name="Straight Arrow Connector 42"/>
          <p:cNvCxnSpPr>
            <a:stCxn id="42" idx="5"/>
            <a:endCxn id="49" idx="1"/>
          </p:cNvCxnSpPr>
          <p:nvPr/>
        </p:nvCxnSpPr>
        <p:spPr>
          <a:xfrm>
            <a:off x="7797465" y="1091424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6682304" y="1129691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9" idx="3"/>
          </p:cNvCxnSpPr>
          <p:nvPr/>
        </p:nvCxnSpPr>
        <p:spPr>
          <a:xfrm flipH="1">
            <a:off x="7885955" y="232324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5"/>
            <a:endCxn id="51" idx="1"/>
          </p:cNvCxnSpPr>
          <p:nvPr/>
        </p:nvCxnSpPr>
        <p:spPr>
          <a:xfrm>
            <a:off x="9015364" y="232324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10089325" y="365677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lowchart: Connector 47"/>
          <p:cNvSpPr/>
          <p:nvPr/>
        </p:nvSpPr>
        <p:spPr>
          <a:xfrm>
            <a:off x="6374317" y="1847114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8499605" y="184711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50" name="Flowchart: Connector 49"/>
          <p:cNvSpPr/>
          <p:nvPr/>
        </p:nvSpPr>
        <p:spPr>
          <a:xfrm>
            <a:off x="7490890" y="31806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51" name="Flowchart: Connector 50"/>
          <p:cNvSpPr/>
          <p:nvPr/>
        </p:nvSpPr>
        <p:spPr>
          <a:xfrm>
            <a:off x="9635492" y="31806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10313483" y="443354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53" name="Flowchart: Connector 52"/>
          <p:cNvSpPr/>
          <p:nvPr/>
        </p:nvSpPr>
        <p:spPr>
          <a:xfrm>
            <a:off x="8585732" y="443354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54" name="Straight Arrow Connector 53"/>
          <p:cNvCxnSpPr>
            <a:stCxn id="51" idx="3"/>
          </p:cNvCxnSpPr>
          <p:nvPr/>
        </p:nvCxnSpPr>
        <p:spPr>
          <a:xfrm flipH="1">
            <a:off x="9015364" y="3656777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11085043" y="595263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52" idx="5"/>
            <a:endCxn id="55" idx="0"/>
          </p:cNvCxnSpPr>
          <p:nvPr/>
        </p:nvCxnSpPr>
        <p:spPr>
          <a:xfrm>
            <a:off x="10829242" y="4909683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596172" y="323404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847726" y="2811310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979229" y="605456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3" name="Straight Arrow Connector 42"/>
          <p:cNvCxnSpPr>
            <a:stCxn id="42" idx="5"/>
            <a:endCxn id="49" idx="1"/>
          </p:cNvCxnSpPr>
          <p:nvPr/>
        </p:nvCxnSpPr>
        <p:spPr>
          <a:xfrm>
            <a:off x="1494988" y="1081591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79827" y="1119858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9" idx="3"/>
          </p:cNvCxnSpPr>
          <p:nvPr/>
        </p:nvCxnSpPr>
        <p:spPr>
          <a:xfrm flipH="1">
            <a:off x="1583478" y="2313415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5"/>
            <a:endCxn id="51" idx="1"/>
          </p:cNvCxnSpPr>
          <p:nvPr/>
        </p:nvCxnSpPr>
        <p:spPr>
          <a:xfrm>
            <a:off x="2712887" y="2313415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786848" y="3646944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lowchart: Connector 47"/>
          <p:cNvSpPr/>
          <p:nvPr/>
        </p:nvSpPr>
        <p:spPr>
          <a:xfrm>
            <a:off x="71840" y="1837281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2197128" y="183728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50" name="Flowchart: Connector 49"/>
          <p:cNvSpPr/>
          <p:nvPr/>
        </p:nvSpPr>
        <p:spPr>
          <a:xfrm>
            <a:off x="1188413" y="31708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51" name="Flowchart: Connector 50"/>
          <p:cNvSpPr/>
          <p:nvPr/>
        </p:nvSpPr>
        <p:spPr>
          <a:xfrm>
            <a:off x="3333015" y="31708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4011006" y="442371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53" name="Flowchart: Connector 52"/>
          <p:cNvSpPr/>
          <p:nvPr/>
        </p:nvSpPr>
        <p:spPr>
          <a:xfrm>
            <a:off x="2283255" y="44237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54" name="Straight Arrow Connector 53"/>
          <p:cNvCxnSpPr>
            <a:stCxn id="51" idx="3"/>
          </p:cNvCxnSpPr>
          <p:nvPr/>
        </p:nvCxnSpPr>
        <p:spPr>
          <a:xfrm flipH="1">
            <a:off x="2712887" y="3646944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4782566" y="59427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52" idx="5"/>
            <a:endCxn id="55" idx="0"/>
          </p:cNvCxnSpPr>
          <p:nvPr/>
        </p:nvCxnSpPr>
        <p:spPr>
          <a:xfrm>
            <a:off x="4526765" y="4899850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596172" y="323404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847726" y="2811310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  <p:sp>
        <p:nvSpPr>
          <p:cNvPr id="3" name="Flowchart: Connector 2"/>
          <p:cNvSpPr/>
          <p:nvPr/>
        </p:nvSpPr>
        <p:spPr>
          <a:xfrm>
            <a:off x="7486550" y="605455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" name="Straight Arrow Connector 4"/>
          <p:cNvCxnSpPr>
            <a:stCxn id="3" idx="5"/>
            <a:endCxn id="17" idx="1"/>
          </p:cNvCxnSpPr>
          <p:nvPr/>
        </p:nvCxnSpPr>
        <p:spPr>
          <a:xfrm>
            <a:off x="8002309" y="1081590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6887148" y="1119857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3"/>
          </p:cNvCxnSpPr>
          <p:nvPr/>
        </p:nvCxnSpPr>
        <p:spPr>
          <a:xfrm flipH="1">
            <a:off x="8090799" y="2313414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5"/>
            <a:endCxn id="20" idx="1"/>
          </p:cNvCxnSpPr>
          <p:nvPr/>
        </p:nvCxnSpPr>
        <p:spPr>
          <a:xfrm>
            <a:off x="9220208" y="2313414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294169" y="3646943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owchart: Connector 15"/>
          <p:cNvSpPr/>
          <p:nvPr/>
        </p:nvSpPr>
        <p:spPr>
          <a:xfrm>
            <a:off x="6579161" y="1837280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8704449" y="183727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7695734" y="317080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9840336" y="317080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10518327" y="44237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8790576" y="442371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20" idx="3"/>
          </p:cNvCxnSpPr>
          <p:nvPr/>
        </p:nvCxnSpPr>
        <p:spPr>
          <a:xfrm flipH="1">
            <a:off x="9220208" y="3646943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11289887" y="594279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21" idx="5"/>
            <a:endCxn id="24" idx="0"/>
          </p:cNvCxnSpPr>
          <p:nvPr/>
        </p:nvCxnSpPr>
        <p:spPr>
          <a:xfrm>
            <a:off x="11034086" y="4899849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479113" y="2372779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3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979229" y="605456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3" name="Straight Arrow Connector 42"/>
          <p:cNvCxnSpPr>
            <a:stCxn id="42" idx="5"/>
            <a:endCxn id="49" idx="1"/>
          </p:cNvCxnSpPr>
          <p:nvPr/>
        </p:nvCxnSpPr>
        <p:spPr>
          <a:xfrm>
            <a:off x="1494988" y="1081591"/>
            <a:ext cx="790630" cy="83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79827" y="1119858"/>
            <a:ext cx="707923" cy="70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9" idx="3"/>
          </p:cNvCxnSpPr>
          <p:nvPr/>
        </p:nvCxnSpPr>
        <p:spPr>
          <a:xfrm flipH="1">
            <a:off x="1583478" y="2313415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5"/>
            <a:endCxn id="51" idx="1"/>
          </p:cNvCxnSpPr>
          <p:nvPr/>
        </p:nvCxnSpPr>
        <p:spPr>
          <a:xfrm>
            <a:off x="2712887" y="2313415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786848" y="3646944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lowchart: Connector 47"/>
          <p:cNvSpPr/>
          <p:nvPr/>
        </p:nvSpPr>
        <p:spPr>
          <a:xfrm>
            <a:off x="71840" y="1837281"/>
            <a:ext cx="604249" cy="55782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2197128" y="183728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50" name="Flowchart: Connector 49"/>
          <p:cNvSpPr/>
          <p:nvPr/>
        </p:nvSpPr>
        <p:spPr>
          <a:xfrm>
            <a:off x="1188413" y="31708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sp>
        <p:nvSpPr>
          <p:cNvPr id="51" name="Flowchart: Connector 50"/>
          <p:cNvSpPr/>
          <p:nvPr/>
        </p:nvSpPr>
        <p:spPr>
          <a:xfrm>
            <a:off x="3333015" y="317080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4011006" y="442371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53" name="Flowchart: Connector 52"/>
          <p:cNvSpPr/>
          <p:nvPr/>
        </p:nvSpPr>
        <p:spPr>
          <a:xfrm>
            <a:off x="2283255" y="44237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54" name="Straight Arrow Connector 53"/>
          <p:cNvCxnSpPr>
            <a:stCxn id="51" idx="3"/>
          </p:cNvCxnSpPr>
          <p:nvPr/>
        </p:nvCxnSpPr>
        <p:spPr>
          <a:xfrm flipH="1">
            <a:off x="2712887" y="3646944"/>
            <a:ext cx="708618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4782566" y="59427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52" idx="5"/>
            <a:endCxn id="55" idx="0"/>
          </p:cNvCxnSpPr>
          <p:nvPr/>
        </p:nvCxnSpPr>
        <p:spPr>
          <a:xfrm>
            <a:off x="4526765" y="4899850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596172" y="323404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658031" y="2827156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Rotation</a:t>
            </a:r>
            <a:endParaRPr lang="en-IN" dirty="0"/>
          </a:p>
        </p:txBody>
      </p:sp>
      <p:cxnSp>
        <p:nvCxnSpPr>
          <p:cNvPr id="4" name="Straight Arrow Connector 3"/>
          <p:cNvCxnSpPr>
            <a:stCxn id="9" idx="3"/>
          </p:cNvCxnSpPr>
          <p:nvPr/>
        </p:nvCxnSpPr>
        <p:spPr>
          <a:xfrm flipH="1">
            <a:off x="8027684" y="108159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9" idx="5"/>
            <a:endCxn id="13" idx="1"/>
          </p:cNvCxnSpPr>
          <p:nvPr/>
        </p:nvCxnSpPr>
        <p:spPr>
          <a:xfrm>
            <a:off x="9157093" y="108159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231054" y="241512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8641334" y="60545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7632619" y="193898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9777221" y="19389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10455212" y="319189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9021051" y="3191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7" name="Straight Arrow Connector 26"/>
          <p:cNvCxnSpPr>
            <a:stCxn id="13" idx="3"/>
            <a:endCxn id="18" idx="0"/>
          </p:cNvCxnSpPr>
          <p:nvPr/>
        </p:nvCxnSpPr>
        <p:spPr>
          <a:xfrm flipH="1">
            <a:off x="9323176" y="2415120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/>
          <p:cNvSpPr/>
          <p:nvPr/>
        </p:nvSpPr>
        <p:spPr>
          <a:xfrm>
            <a:off x="11226772" y="4710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14" idx="5"/>
            <a:endCxn id="28" idx="0"/>
          </p:cNvCxnSpPr>
          <p:nvPr/>
        </p:nvCxnSpPr>
        <p:spPr>
          <a:xfrm>
            <a:off x="10970971" y="3668026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6700918" y="315008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7136769" y="241512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Flowchart: Connector 32"/>
          <p:cNvSpPr/>
          <p:nvPr/>
        </p:nvSpPr>
        <p:spPr>
          <a:xfrm>
            <a:off x="8059993" y="31708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5" name="Straight Arrow Connector 34"/>
          <p:cNvCxnSpPr>
            <a:endCxn id="33" idx="0"/>
          </p:cNvCxnSpPr>
          <p:nvPr/>
        </p:nvCxnSpPr>
        <p:spPr>
          <a:xfrm>
            <a:off x="8116313" y="2415120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9" grpId="0" animBg="1"/>
      <p:bldP spid="12" grpId="0" animBg="1"/>
      <p:bldP spid="13" grpId="0" animBg="1"/>
      <p:bldP spid="14" grpId="0" animBg="1"/>
      <p:bldP spid="18" grpId="0" animBg="1"/>
      <p:bldP spid="28" grpId="0" animBg="1"/>
      <p:bldP spid="30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4596172" y="323404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795683" y="2823481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  <p:cxnSp>
        <p:nvCxnSpPr>
          <p:cNvPr id="4" name="Straight Arrow Connector 3"/>
          <p:cNvCxnSpPr>
            <a:stCxn id="9" idx="3"/>
          </p:cNvCxnSpPr>
          <p:nvPr/>
        </p:nvCxnSpPr>
        <p:spPr>
          <a:xfrm flipH="1">
            <a:off x="1430239" y="1229075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9" idx="5"/>
            <a:endCxn id="13" idx="1"/>
          </p:cNvCxnSpPr>
          <p:nvPr/>
        </p:nvCxnSpPr>
        <p:spPr>
          <a:xfrm>
            <a:off x="2559648" y="1229075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633609" y="2562604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2043889" y="75294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1035174" y="208646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3179776" y="208646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3857767" y="333937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2423606" y="33393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7" name="Straight Arrow Connector 26"/>
          <p:cNvCxnSpPr>
            <a:stCxn id="13" idx="3"/>
            <a:endCxn id="18" idx="0"/>
          </p:cNvCxnSpPr>
          <p:nvPr/>
        </p:nvCxnSpPr>
        <p:spPr>
          <a:xfrm flipH="1">
            <a:off x="2725731" y="2562604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/>
          <p:cNvSpPr/>
          <p:nvPr/>
        </p:nvSpPr>
        <p:spPr>
          <a:xfrm>
            <a:off x="4629327" y="485845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14" idx="5"/>
            <a:endCxn id="28" idx="0"/>
          </p:cNvCxnSpPr>
          <p:nvPr/>
        </p:nvCxnSpPr>
        <p:spPr>
          <a:xfrm>
            <a:off x="4373526" y="3815510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103473" y="329757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539324" y="2562604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Flowchart: Connector 32"/>
          <p:cNvSpPr/>
          <p:nvPr/>
        </p:nvSpPr>
        <p:spPr>
          <a:xfrm>
            <a:off x="1462548" y="331829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5" name="Straight Arrow Connector 34"/>
          <p:cNvCxnSpPr>
            <a:endCxn id="33" idx="0"/>
          </p:cNvCxnSpPr>
          <p:nvPr/>
        </p:nvCxnSpPr>
        <p:spPr>
          <a:xfrm>
            <a:off x="1518868" y="2562604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0" idx="3"/>
          </p:cNvCxnSpPr>
          <p:nvPr/>
        </p:nvCxnSpPr>
        <p:spPr>
          <a:xfrm flipH="1">
            <a:off x="7909188" y="1229075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0" idx="5"/>
            <a:endCxn id="15" idx="1"/>
          </p:cNvCxnSpPr>
          <p:nvPr/>
        </p:nvCxnSpPr>
        <p:spPr>
          <a:xfrm>
            <a:off x="9038597" y="1229075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0112558" y="2562604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8522838" y="75294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7514123" y="208646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5" name="Flowchart: Connector 14"/>
          <p:cNvSpPr/>
          <p:nvPr/>
        </p:nvSpPr>
        <p:spPr>
          <a:xfrm>
            <a:off x="9658725" y="208646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10336716" y="333937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8902555" y="33393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5" idx="3"/>
            <a:endCxn id="17" idx="0"/>
          </p:cNvCxnSpPr>
          <p:nvPr/>
        </p:nvCxnSpPr>
        <p:spPr>
          <a:xfrm flipH="1">
            <a:off x="9204680" y="2562604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11108276" y="485845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16" idx="5"/>
            <a:endCxn id="20" idx="0"/>
          </p:cNvCxnSpPr>
          <p:nvPr/>
        </p:nvCxnSpPr>
        <p:spPr>
          <a:xfrm>
            <a:off x="10852475" y="3815510"/>
            <a:ext cx="557926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6582422" y="329757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018273" y="2562604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7941497" y="331829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25" name="Straight Arrow Connector 24"/>
          <p:cNvCxnSpPr>
            <a:endCxn id="24" idx="0"/>
          </p:cNvCxnSpPr>
          <p:nvPr/>
        </p:nvCxnSpPr>
        <p:spPr>
          <a:xfrm>
            <a:off x="7997817" y="2562604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0" grpId="0" animBg="1"/>
      <p:bldP spid="11" grpId="0" animBg="1"/>
      <p:bldP spid="15" grpId="0" animBg="1"/>
      <p:bldP spid="16" grpId="0" animBg="1"/>
      <p:bldP spid="17" grpId="0" animBg="1"/>
      <p:bldP spid="20" grpId="0" animBg="1"/>
      <p:bldP spid="22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3" name="Straight Arrow Connector 2"/>
          <p:cNvCxnSpPr>
            <a:stCxn id="10" idx="3"/>
          </p:cNvCxnSpPr>
          <p:nvPr/>
        </p:nvCxnSpPr>
        <p:spPr>
          <a:xfrm flipH="1">
            <a:off x="1429730" y="108159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0" idx="5"/>
            <a:endCxn id="15" idx="1"/>
          </p:cNvCxnSpPr>
          <p:nvPr/>
        </p:nvCxnSpPr>
        <p:spPr>
          <a:xfrm>
            <a:off x="2559139" y="108159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633100" y="241512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2043380" y="6054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34665" y="19389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5" name="Flowchart: Connector 14"/>
          <p:cNvSpPr/>
          <p:nvPr/>
        </p:nvSpPr>
        <p:spPr>
          <a:xfrm>
            <a:off x="3179267" y="19389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3857258" y="319189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2423097" y="3191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5" idx="3"/>
            <a:endCxn id="17" idx="0"/>
          </p:cNvCxnSpPr>
          <p:nvPr/>
        </p:nvCxnSpPr>
        <p:spPr>
          <a:xfrm flipH="1">
            <a:off x="2725222" y="2415120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4628818" y="4710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16" idx="5"/>
          </p:cNvCxnSpPr>
          <p:nvPr/>
        </p:nvCxnSpPr>
        <p:spPr>
          <a:xfrm>
            <a:off x="4373017" y="3668026"/>
            <a:ext cx="434957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102964" y="315008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538815" y="241512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1462039" y="31708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25" name="Straight Arrow Connector 24"/>
          <p:cNvCxnSpPr>
            <a:endCxn id="24" idx="0"/>
          </p:cNvCxnSpPr>
          <p:nvPr/>
        </p:nvCxnSpPr>
        <p:spPr>
          <a:xfrm>
            <a:off x="1518359" y="2415120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5233067" y="603283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101484" y="5227955"/>
            <a:ext cx="263165" cy="845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596172" y="3234043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58031" y="2827156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Rotation</a:t>
            </a:r>
            <a:endParaRPr lang="en-IN" dirty="0"/>
          </a:p>
        </p:txBody>
      </p:sp>
      <p:cxnSp>
        <p:nvCxnSpPr>
          <p:cNvPr id="43" name="Straight Arrow Connector 42"/>
          <p:cNvCxnSpPr>
            <a:stCxn id="46" idx="3"/>
          </p:cNvCxnSpPr>
          <p:nvPr/>
        </p:nvCxnSpPr>
        <p:spPr>
          <a:xfrm flipH="1">
            <a:off x="7664537" y="1155333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6" idx="5"/>
            <a:endCxn id="48" idx="1"/>
          </p:cNvCxnSpPr>
          <p:nvPr/>
        </p:nvCxnSpPr>
        <p:spPr>
          <a:xfrm>
            <a:off x="8793946" y="1155333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9867907" y="248886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8278187" y="67919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7269472" y="201272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9414074" y="201272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10092065" y="326563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50" name="Flowchart: Connector 49"/>
          <p:cNvSpPr/>
          <p:nvPr/>
        </p:nvSpPr>
        <p:spPr>
          <a:xfrm>
            <a:off x="8657904" y="326563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51" name="Straight Arrow Connector 50"/>
          <p:cNvCxnSpPr>
            <a:stCxn id="48" idx="3"/>
            <a:endCxn id="50" idx="0"/>
          </p:cNvCxnSpPr>
          <p:nvPr/>
        </p:nvCxnSpPr>
        <p:spPr>
          <a:xfrm flipH="1">
            <a:off x="8960029" y="2488862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9398496" y="478471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3" name="Straight Arrow Connector 52"/>
          <p:cNvCxnSpPr>
            <a:stCxn id="49" idx="3"/>
            <a:endCxn id="52" idx="0"/>
          </p:cNvCxnSpPr>
          <p:nvPr/>
        </p:nvCxnSpPr>
        <p:spPr>
          <a:xfrm flipH="1">
            <a:off x="9700621" y="3741768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6337771" y="322382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6773622" y="248886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7696846" y="32445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7" name="Straight Arrow Connector 56"/>
          <p:cNvCxnSpPr>
            <a:endCxn id="56" idx="0"/>
          </p:cNvCxnSpPr>
          <p:nvPr/>
        </p:nvCxnSpPr>
        <p:spPr>
          <a:xfrm>
            <a:off x="7753166" y="2488862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10995207" y="478471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1" name="Straight Arrow Connector 60"/>
          <p:cNvCxnSpPr>
            <a:stCxn id="49" idx="5"/>
          </p:cNvCxnSpPr>
          <p:nvPr/>
        </p:nvCxnSpPr>
        <p:spPr>
          <a:xfrm>
            <a:off x="10607824" y="3741768"/>
            <a:ext cx="616278" cy="1042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4" grpId="0" animBg="1"/>
      <p:bldP spid="56" grpId="0" animBg="1"/>
      <p:bldP spid="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353846" y="3196488"/>
            <a:ext cx="1343838" cy="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39041" y="2853668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INSERT 1</a:t>
            </a:r>
            <a:endParaRPr lang="en-IN" dirty="0"/>
          </a:p>
        </p:txBody>
      </p:sp>
      <p:cxnSp>
        <p:nvCxnSpPr>
          <p:cNvPr id="43" name="Straight Arrow Connector 42"/>
          <p:cNvCxnSpPr>
            <a:stCxn id="46" idx="3"/>
          </p:cNvCxnSpPr>
          <p:nvPr/>
        </p:nvCxnSpPr>
        <p:spPr>
          <a:xfrm flipH="1">
            <a:off x="2305957" y="130281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6" idx="5"/>
            <a:endCxn id="48" idx="1"/>
          </p:cNvCxnSpPr>
          <p:nvPr/>
        </p:nvCxnSpPr>
        <p:spPr>
          <a:xfrm>
            <a:off x="3435366" y="130281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09327" y="263634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2919607" y="82668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1910892" y="21602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4055494" y="21602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4733485" y="34131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50" name="Flowchart: Connector 49"/>
          <p:cNvSpPr/>
          <p:nvPr/>
        </p:nvSpPr>
        <p:spPr>
          <a:xfrm>
            <a:off x="3299324" y="341311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51" name="Straight Arrow Connector 50"/>
          <p:cNvCxnSpPr>
            <a:stCxn id="48" idx="3"/>
            <a:endCxn id="50" idx="0"/>
          </p:cNvCxnSpPr>
          <p:nvPr/>
        </p:nvCxnSpPr>
        <p:spPr>
          <a:xfrm flipH="1">
            <a:off x="3601449" y="263634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4039916" y="493220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3" name="Straight Arrow Connector 52"/>
          <p:cNvCxnSpPr>
            <a:stCxn id="49" idx="3"/>
            <a:endCxn id="52" idx="0"/>
          </p:cNvCxnSpPr>
          <p:nvPr/>
        </p:nvCxnSpPr>
        <p:spPr>
          <a:xfrm flipH="1">
            <a:off x="4342041" y="3889252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979191" y="337131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1415042" y="263634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2338266" y="339203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7" name="Straight Arrow Connector 56"/>
          <p:cNvCxnSpPr>
            <a:stCxn id="47" idx="5"/>
            <a:endCxn id="56" idx="0"/>
          </p:cNvCxnSpPr>
          <p:nvPr/>
        </p:nvCxnSpPr>
        <p:spPr>
          <a:xfrm>
            <a:off x="2426651" y="2636346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5383855" y="49321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1" name="Straight Arrow Connector 60"/>
          <p:cNvCxnSpPr>
            <a:stCxn id="49" idx="5"/>
          </p:cNvCxnSpPr>
          <p:nvPr/>
        </p:nvCxnSpPr>
        <p:spPr>
          <a:xfrm>
            <a:off x="5249244" y="3889252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227023" y="49321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6" name="Straight Arrow Connector 5"/>
          <p:cNvCxnSpPr>
            <a:endCxn id="4" idx="0"/>
          </p:cNvCxnSpPr>
          <p:nvPr/>
        </p:nvCxnSpPr>
        <p:spPr>
          <a:xfrm flipH="1">
            <a:off x="529148" y="3929139"/>
            <a:ext cx="658030" cy="100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4" idx="3"/>
          </p:cNvCxnSpPr>
          <p:nvPr/>
        </p:nvCxnSpPr>
        <p:spPr>
          <a:xfrm flipH="1">
            <a:off x="8174934" y="130281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5"/>
            <a:endCxn id="27" idx="1"/>
          </p:cNvCxnSpPr>
          <p:nvPr/>
        </p:nvCxnSpPr>
        <p:spPr>
          <a:xfrm>
            <a:off x="9304343" y="130281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0378304" y="263634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8788584" y="82668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7779869" y="21602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27" name="Flowchart: Connector 26"/>
          <p:cNvSpPr/>
          <p:nvPr/>
        </p:nvSpPr>
        <p:spPr>
          <a:xfrm>
            <a:off x="9924471" y="21602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10602462" y="34131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9168301" y="341311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0" name="Straight Arrow Connector 29"/>
          <p:cNvCxnSpPr>
            <a:stCxn id="27" idx="3"/>
            <a:endCxn id="29" idx="0"/>
          </p:cNvCxnSpPr>
          <p:nvPr/>
        </p:nvCxnSpPr>
        <p:spPr>
          <a:xfrm flipH="1">
            <a:off x="9470426" y="263634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9908893" y="493220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28" idx="3"/>
            <a:endCxn id="31" idx="0"/>
          </p:cNvCxnSpPr>
          <p:nvPr/>
        </p:nvCxnSpPr>
        <p:spPr>
          <a:xfrm flipH="1">
            <a:off x="10211018" y="3889252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6848168" y="337131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7284019" y="263634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8207243" y="339203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6" idx="0"/>
          </p:cNvCxnSpPr>
          <p:nvPr/>
        </p:nvCxnSpPr>
        <p:spPr>
          <a:xfrm>
            <a:off x="8263563" y="2636346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11505604" y="493219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39" name="Straight Arrow Connector 38"/>
          <p:cNvCxnSpPr>
            <a:stCxn id="28" idx="5"/>
          </p:cNvCxnSpPr>
          <p:nvPr/>
        </p:nvCxnSpPr>
        <p:spPr>
          <a:xfrm>
            <a:off x="11118221" y="3889252"/>
            <a:ext cx="616278" cy="1042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lowchart: Connector 39"/>
          <p:cNvSpPr/>
          <p:nvPr/>
        </p:nvSpPr>
        <p:spPr>
          <a:xfrm>
            <a:off x="6096000" y="49321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8" name="Straight Arrow Connector 57"/>
          <p:cNvCxnSpPr>
            <a:endCxn id="40" idx="0"/>
          </p:cNvCxnSpPr>
          <p:nvPr/>
        </p:nvCxnSpPr>
        <p:spPr>
          <a:xfrm flipH="1">
            <a:off x="6398125" y="3929139"/>
            <a:ext cx="658030" cy="100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lowchart: Connector 63"/>
          <p:cNvSpPr/>
          <p:nvPr/>
        </p:nvSpPr>
        <p:spPr>
          <a:xfrm>
            <a:off x="5557539" y="626085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5" name="Straight Arrow Connector 64"/>
          <p:cNvCxnSpPr>
            <a:endCxn id="64" idx="0"/>
          </p:cNvCxnSpPr>
          <p:nvPr/>
        </p:nvCxnSpPr>
        <p:spPr>
          <a:xfrm flipH="1">
            <a:off x="5859664" y="5483649"/>
            <a:ext cx="469340" cy="77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7" grpId="0" animBg="1"/>
      <p:bldP spid="28" grpId="0" animBg="1"/>
      <p:bldP spid="29" grpId="0" animBg="1"/>
      <p:bldP spid="31" grpId="0" animBg="1"/>
      <p:bldP spid="34" grpId="0" animBg="1"/>
      <p:bldP spid="36" grpId="0" animBg="1"/>
      <p:bldP spid="38" grpId="0" animBg="1"/>
      <p:bldP spid="40" grpId="0" animBg="1"/>
      <p:bldP spid="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9" name="Straight Arrow Connector 8"/>
          <p:cNvCxnSpPr>
            <a:stCxn id="14" idx="3"/>
          </p:cNvCxnSpPr>
          <p:nvPr/>
        </p:nvCxnSpPr>
        <p:spPr>
          <a:xfrm flipH="1">
            <a:off x="2737695" y="108650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5"/>
            <a:endCxn id="27" idx="1"/>
          </p:cNvCxnSpPr>
          <p:nvPr/>
        </p:nvCxnSpPr>
        <p:spPr>
          <a:xfrm>
            <a:off x="3867104" y="108650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941065" y="242003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3351345" y="61037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2342630" y="194390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27" name="Flowchart: Connector 26"/>
          <p:cNvSpPr/>
          <p:nvPr/>
        </p:nvSpPr>
        <p:spPr>
          <a:xfrm>
            <a:off x="4487232" y="194390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5165223" y="319680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3731062" y="319680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0" name="Straight Arrow Connector 29"/>
          <p:cNvCxnSpPr>
            <a:stCxn id="27" idx="3"/>
            <a:endCxn id="29" idx="0"/>
          </p:cNvCxnSpPr>
          <p:nvPr/>
        </p:nvCxnSpPr>
        <p:spPr>
          <a:xfrm flipH="1">
            <a:off x="4033187" y="242003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4471654" y="471589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28" idx="3"/>
            <a:endCxn id="31" idx="0"/>
          </p:cNvCxnSpPr>
          <p:nvPr/>
        </p:nvCxnSpPr>
        <p:spPr>
          <a:xfrm flipH="1">
            <a:off x="4773779" y="3672942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1410929" y="315500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846780" y="242003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2770004" y="31757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6" idx="0"/>
          </p:cNvCxnSpPr>
          <p:nvPr/>
        </p:nvCxnSpPr>
        <p:spPr>
          <a:xfrm>
            <a:off x="2826324" y="2420036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6068365" y="471588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39" name="Straight Arrow Connector 38"/>
          <p:cNvCxnSpPr>
            <a:stCxn id="28" idx="5"/>
          </p:cNvCxnSpPr>
          <p:nvPr/>
        </p:nvCxnSpPr>
        <p:spPr>
          <a:xfrm>
            <a:off x="5680982" y="3672942"/>
            <a:ext cx="616278" cy="1042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lowchart: Connector 39"/>
          <p:cNvSpPr/>
          <p:nvPr/>
        </p:nvSpPr>
        <p:spPr>
          <a:xfrm>
            <a:off x="658761" y="471588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8" name="Straight Arrow Connector 57"/>
          <p:cNvCxnSpPr>
            <a:endCxn id="40" idx="0"/>
          </p:cNvCxnSpPr>
          <p:nvPr/>
        </p:nvCxnSpPr>
        <p:spPr>
          <a:xfrm flipH="1">
            <a:off x="960886" y="3712829"/>
            <a:ext cx="658030" cy="100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lowchart: Connector 63"/>
          <p:cNvSpPr/>
          <p:nvPr/>
        </p:nvSpPr>
        <p:spPr>
          <a:xfrm>
            <a:off x="120300" y="60445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5" name="Straight Arrow Connector 64"/>
          <p:cNvCxnSpPr>
            <a:endCxn id="64" idx="0"/>
          </p:cNvCxnSpPr>
          <p:nvPr/>
        </p:nvCxnSpPr>
        <p:spPr>
          <a:xfrm flipH="1">
            <a:off x="422425" y="5267339"/>
            <a:ext cx="469340" cy="77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4982" y="5493097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612137" y="2742717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3841" y="2373385"/>
            <a:ext cx="177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Right Rotation</a:t>
            </a:r>
            <a:endParaRPr lang="en-IN" dirty="0"/>
          </a:p>
        </p:txBody>
      </p:sp>
      <p:cxnSp>
        <p:nvCxnSpPr>
          <p:cNvPr id="8" name="Straight Arrow Connector 7"/>
          <p:cNvCxnSpPr>
            <a:stCxn id="15" idx="3"/>
          </p:cNvCxnSpPr>
          <p:nvPr/>
        </p:nvCxnSpPr>
        <p:spPr>
          <a:xfrm flipH="1">
            <a:off x="8888848" y="108650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5" idx="5"/>
            <a:endCxn id="17" idx="1"/>
          </p:cNvCxnSpPr>
          <p:nvPr/>
        </p:nvCxnSpPr>
        <p:spPr>
          <a:xfrm>
            <a:off x="10018257" y="108650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1092218" y="242003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9502498" y="61037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8493783" y="194390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10638385" y="194390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11316376" y="319680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9882215" y="319680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17" idx="3"/>
            <a:endCxn id="20" idx="0"/>
          </p:cNvCxnSpPr>
          <p:nvPr/>
        </p:nvCxnSpPr>
        <p:spPr>
          <a:xfrm flipH="1">
            <a:off x="10184340" y="242003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10217463" y="471589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9" idx="3"/>
            <a:endCxn id="22" idx="0"/>
          </p:cNvCxnSpPr>
          <p:nvPr/>
        </p:nvCxnSpPr>
        <p:spPr>
          <a:xfrm flipH="1">
            <a:off x="10519588" y="3672942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7562082" y="315500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7997933" y="242003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8921157" y="31757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2" name="Straight Arrow Connector 31"/>
          <p:cNvCxnSpPr>
            <a:endCxn id="26" idx="0"/>
          </p:cNvCxnSpPr>
          <p:nvPr/>
        </p:nvCxnSpPr>
        <p:spPr>
          <a:xfrm>
            <a:off x="8977477" y="2420036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Connector 58"/>
          <p:cNvSpPr/>
          <p:nvPr/>
        </p:nvSpPr>
        <p:spPr>
          <a:xfrm>
            <a:off x="11587751" y="471588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2" name="Straight Arrow Connector 61"/>
          <p:cNvCxnSpPr>
            <a:stCxn id="19" idx="5"/>
            <a:endCxn id="59" idx="0"/>
          </p:cNvCxnSpPr>
          <p:nvPr/>
        </p:nvCxnSpPr>
        <p:spPr>
          <a:xfrm>
            <a:off x="11832135" y="3672942"/>
            <a:ext cx="57741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Connector 62"/>
          <p:cNvSpPr/>
          <p:nvPr/>
        </p:nvSpPr>
        <p:spPr>
          <a:xfrm>
            <a:off x="8194524" y="47158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6" name="Straight Arrow Connector 65"/>
          <p:cNvCxnSpPr>
            <a:stCxn id="24" idx="5"/>
            <a:endCxn id="63" idx="0"/>
          </p:cNvCxnSpPr>
          <p:nvPr/>
        </p:nvCxnSpPr>
        <p:spPr>
          <a:xfrm>
            <a:off x="8077841" y="3631137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Flowchart: Connector 66"/>
          <p:cNvSpPr/>
          <p:nvPr/>
        </p:nvSpPr>
        <p:spPr>
          <a:xfrm>
            <a:off x="6783254" y="470951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8" name="Straight Arrow Connector 67"/>
          <p:cNvCxnSpPr>
            <a:endCxn id="67" idx="0"/>
          </p:cNvCxnSpPr>
          <p:nvPr/>
        </p:nvCxnSpPr>
        <p:spPr>
          <a:xfrm flipH="1">
            <a:off x="7085379" y="3712829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59" grpId="0" animBg="1"/>
      <p:bldP spid="63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612137" y="2742717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3"/>
          </p:cNvCxnSpPr>
          <p:nvPr/>
        </p:nvCxnSpPr>
        <p:spPr>
          <a:xfrm flipH="1">
            <a:off x="2193080" y="973556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5" idx="5"/>
            <a:endCxn id="17" idx="1"/>
          </p:cNvCxnSpPr>
          <p:nvPr/>
        </p:nvCxnSpPr>
        <p:spPr>
          <a:xfrm>
            <a:off x="3322489" y="973556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396450" y="2307085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2806730" y="49742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1798015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3942617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4620608" y="30838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3186447" y="308385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17" idx="3"/>
            <a:endCxn id="20" idx="0"/>
          </p:cNvCxnSpPr>
          <p:nvPr/>
        </p:nvCxnSpPr>
        <p:spPr>
          <a:xfrm flipH="1">
            <a:off x="3488572" y="23070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3521695" y="460293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9" idx="3"/>
            <a:endCxn id="22" idx="0"/>
          </p:cNvCxnSpPr>
          <p:nvPr/>
        </p:nvCxnSpPr>
        <p:spPr>
          <a:xfrm flipH="1">
            <a:off x="3823820" y="3559991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866314" y="304205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1302165" y="2307085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2225389" y="30627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2" name="Straight Arrow Connector 31"/>
          <p:cNvCxnSpPr>
            <a:endCxn id="26" idx="0"/>
          </p:cNvCxnSpPr>
          <p:nvPr/>
        </p:nvCxnSpPr>
        <p:spPr>
          <a:xfrm>
            <a:off x="2281709" y="2307085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Connector 58"/>
          <p:cNvSpPr/>
          <p:nvPr/>
        </p:nvSpPr>
        <p:spPr>
          <a:xfrm>
            <a:off x="5224857" y="459656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2" name="Straight Arrow Connector 61"/>
          <p:cNvCxnSpPr>
            <a:stCxn id="19" idx="5"/>
            <a:endCxn id="59" idx="0"/>
          </p:cNvCxnSpPr>
          <p:nvPr/>
        </p:nvCxnSpPr>
        <p:spPr>
          <a:xfrm>
            <a:off x="5136367" y="3559991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Connector 62"/>
          <p:cNvSpPr/>
          <p:nvPr/>
        </p:nvSpPr>
        <p:spPr>
          <a:xfrm>
            <a:off x="1498756" y="46029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6" name="Straight Arrow Connector 65"/>
          <p:cNvCxnSpPr>
            <a:stCxn id="24" idx="5"/>
            <a:endCxn id="63" idx="0"/>
          </p:cNvCxnSpPr>
          <p:nvPr/>
        </p:nvCxnSpPr>
        <p:spPr>
          <a:xfrm>
            <a:off x="1382073" y="3518186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Flowchart: Connector 66"/>
          <p:cNvSpPr/>
          <p:nvPr/>
        </p:nvSpPr>
        <p:spPr>
          <a:xfrm>
            <a:off x="87486" y="459656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8" name="Straight Arrow Connector 67"/>
          <p:cNvCxnSpPr>
            <a:endCxn id="67" idx="0"/>
          </p:cNvCxnSpPr>
          <p:nvPr/>
        </p:nvCxnSpPr>
        <p:spPr>
          <a:xfrm flipH="1">
            <a:off x="389611" y="3599878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12137" y="2305236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Recoloring</a:t>
            </a:r>
            <a:endParaRPr lang="en-IN" dirty="0"/>
          </a:p>
        </p:txBody>
      </p:sp>
      <p:cxnSp>
        <p:nvCxnSpPr>
          <p:cNvPr id="41" name="Straight Arrow Connector 40"/>
          <p:cNvCxnSpPr>
            <a:stCxn id="44" idx="3"/>
          </p:cNvCxnSpPr>
          <p:nvPr/>
        </p:nvCxnSpPr>
        <p:spPr>
          <a:xfrm flipH="1">
            <a:off x="8404596" y="955102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4" idx="5"/>
            <a:endCxn id="46" idx="1"/>
          </p:cNvCxnSpPr>
          <p:nvPr/>
        </p:nvCxnSpPr>
        <p:spPr>
          <a:xfrm>
            <a:off x="9534005" y="955102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0607966" y="2288631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lowchart: Connector 43"/>
          <p:cNvSpPr/>
          <p:nvPr/>
        </p:nvSpPr>
        <p:spPr>
          <a:xfrm>
            <a:off x="9018246" y="47896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8009531" y="181249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6" name="Flowchart: Connector 45"/>
          <p:cNvSpPr/>
          <p:nvPr/>
        </p:nvSpPr>
        <p:spPr>
          <a:xfrm>
            <a:off x="10154133" y="181249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10832124" y="306540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9397963" y="306540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49" name="Straight Arrow Connector 48"/>
          <p:cNvCxnSpPr>
            <a:stCxn id="46" idx="3"/>
            <a:endCxn id="48" idx="0"/>
          </p:cNvCxnSpPr>
          <p:nvPr/>
        </p:nvCxnSpPr>
        <p:spPr>
          <a:xfrm flipH="1">
            <a:off x="9700088" y="2288631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Connector 49"/>
          <p:cNvSpPr/>
          <p:nvPr/>
        </p:nvSpPr>
        <p:spPr>
          <a:xfrm>
            <a:off x="9733211" y="45844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1" name="Straight Arrow Connector 50"/>
          <p:cNvCxnSpPr>
            <a:stCxn id="47" idx="3"/>
            <a:endCxn id="50" idx="0"/>
          </p:cNvCxnSpPr>
          <p:nvPr/>
        </p:nvCxnSpPr>
        <p:spPr>
          <a:xfrm flipH="1">
            <a:off x="10035336" y="3541537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7077830" y="302359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513681" y="2288631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8436905" y="304432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5" name="Straight Arrow Connector 54"/>
          <p:cNvCxnSpPr>
            <a:endCxn id="54" idx="0"/>
          </p:cNvCxnSpPr>
          <p:nvPr/>
        </p:nvCxnSpPr>
        <p:spPr>
          <a:xfrm>
            <a:off x="8493225" y="2288631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11436373" y="45781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7" name="Straight Arrow Connector 56"/>
          <p:cNvCxnSpPr>
            <a:stCxn id="47" idx="5"/>
            <a:endCxn id="56" idx="0"/>
          </p:cNvCxnSpPr>
          <p:nvPr/>
        </p:nvCxnSpPr>
        <p:spPr>
          <a:xfrm>
            <a:off x="11347883" y="3541537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7710272" y="458448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1" name="Straight Arrow Connector 60"/>
          <p:cNvCxnSpPr>
            <a:stCxn id="52" idx="5"/>
            <a:endCxn id="60" idx="0"/>
          </p:cNvCxnSpPr>
          <p:nvPr/>
        </p:nvCxnSpPr>
        <p:spPr>
          <a:xfrm>
            <a:off x="7593589" y="3499732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lowchart: Connector 68"/>
          <p:cNvSpPr/>
          <p:nvPr/>
        </p:nvSpPr>
        <p:spPr>
          <a:xfrm>
            <a:off x="6299002" y="457810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70" name="Straight Arrow Connector 69"/>
          <p:cNvCxnSpPr>
            <a:endCxn id="69" idx="0"/>
          </p:cNvCxnSpPr>
          <p:nvPr/>
        </p:nvCxnSpPr>
        <p:spPr>
          <a:xfrm flipH="1">
            <a:off x="6601127" y="3581424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60" grpId="0" animBg="1"/>
      <p:bldP spid="6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063013" y="2751915"/>
            <a:ext cx="1727188" cy="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86309" y="2337455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INSERT 70</a:t>
            </a:r>
            <a:endParaRPr lang="en-IN" dirty="0"/>
          </a:p>
        </p:txBody>
      </p:sp>
      <p:cxnSp>
        <p:nvCxnSpPr>
          <p:cNvPr id="41" name="Straight Arrow Connector 40"/>
          <p:cNvCxnSpPr>
            <a:stCxn id="44" idx="3"/>
          </p:cNvCxnSpPr>
          <p:nvPr/>
        </p:nvCxnSpPr>
        <p:spPr>
          <a:xfrm flipH="1">
            <a:off x="2180578" y="973556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4" idx="5"/>
            <a:endCxn id="46" idx="1"/>
          </p:cNvCxnSpPr>
          <p:nvPr/>
        </p:nvCxnSpPr>
        <p:spPr>
          <a:xfrm>
            <a:off x="3309987" y="973556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383948" y="2307085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lowchart: Connector 43"/>
          <p:cNvSpPr/>
          <p:nvPr/>
        </p:nvSpPr>
        <p:spPr>
          <a:xfrm>
            <a:off x="2794228" y="49742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1785513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6" name="Flowchart: Connector 45"/>
          <p:cNvSpPr/>
          <p:nvPr/>
        </p:nvSpPr>
        <p:spPr>
          <a:xfrm>
            <a:off x="3930115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4608106" y="30838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3173945" y="308385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49" name="Straight Arrow Connector 48"/>
          <p:cNvCxnSpPr>
            <a:stCxn id="46" idx="3"/>
            <a:endCxn id="48" idx="0"/>
          </p:cNvCxnSpPr>
          <p:nvPr/>
        </p:nvCxnSpPr>
        <p:spPr>
          <a:xfrm flipH="1">
            <a:off x="3476070" y="23070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Connector 49"/>
          <p:cNvSpPr/>
          <p:nvPr/>
        </p:nvSpPr>
        <p:spPr>
          <a:xfrm>
            <a:off x="3509193" y="460293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1" name="Straight Arrow Connector 50"/>
          <p:cNvCxnSpPr>
            <a:stCxn id="47" idx="3"/>
            <a:endCxn id="50" idx="0"/>
          </p:cNvCxnSpPr>
          <p:nvPr/>
        </p:nvCxnSpPr>
        <p:spPr>
          <a:xfrm flipH="1">
            <a:off x="3811318" y="3559991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853812" y="30420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1289663" y="2307085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2212887" y="30627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5" name="Straight Arrow Connector 54"/>
          <p:cNvCxnSpPr>
            <a:endCxn id="54" idx="0"/>
          </p:cNvCxnSpPr>
          <p:nvPr/>
        </p:nvCxnSpPr>
        <p:spPr>
          <a:xfrm>
            <a:off x="2269207" y="2307085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5212355" y="459656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7" name="Straight Arrow Connector 56"/>
          <p:cNvCxnSpPr>
            <a:stCxn id="47" idx="5"/>
            <a:endCxn id="56" idx="0"/>
          </p:cNvCxnSpPr>
          <p:nvPr/>
        </p:nvCxnSpPr>
        <p:spPr>
          <a:xfrm>
            <a:off x="5123865" y="3559991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1486254" y="460293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1" name="Straight Arrow Connector 60"/>
          <p:cNvCxnSpPr>
            <a:stCxn id="52" idx="5"/>
            <a:endCxn id="60" idx="0"/>
          </p:cNvCxnSpPr>
          <p:nvPr/>
        </p:nvCxnSpPr>
        <p:spPr>
          <a:xfrm>
            <a:off x="1369571" y="3518186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lowchart: Connector 68"/>
          <p:cNvSpPr/>
          <p:nvPr/>
        </p:nvSpPr>
        <p:spPr>
          <a:xfrm>
            <a:off x="74984" y="459656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70" name="Straight Arrow Connector 69"/>
          <p:cNvCxnSpPr>
            <a:endCxn id="69" idx="0"/>
          </p:cNvCxnSpPr>
          <p:nvPr/>
        </p:nvCxnSpPr>
        <p:spPr>
          <a:xfrm flipH="1">
            <a:off x="377109" y="3599878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8" idx="3"/>
          </p:cNvCxnSpPr>
          <p:nvPr/>
        </p:nvCxnSpPr>
        <p:spPr>
          <a:xfrm flipH="1">
            <a:off x="7975696" y="96717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28" idx="5"/>
            <a:endCxn id="30" idx="1"/>
          </p:cNvCxnSpPr>
          <p:nvPr/>
        </p:nvCxnSpPr>
        <p:spPr>
          <a:xfrm>
            <a:off x="9105105" y="96717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179066" y="230070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/>
          <p:cNvSpPr/>
          <p:nvPr/>
        </p:nvSpPr>
        <p:spPr>
          <a:xfrm>
            <a:off x="8589346" y="4910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7580631" y="182457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9725233" y="182457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10403224" y="307747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8969063" y="307747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4" name="Straight Arrow Connector 33"/>
          <p:cNvCxnSpPr>
            <a:stCxn id="30" idx="3"/>
            <a:endCxn id="33" idx="0"/>
          </p:cNvCxnSpPr>
          <p:nvPr/>
        </p:nvCxnSpPr>
        <p:spPr>
          <a:xfrm flipH="1">
            <a:off x="9271188" y="230070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9304311" y="459656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6" name="Straight Arrow Connector 35"/>
          <p:cNvCxnSpPr>
            <a:stCxn id="31" idx="3"/>
            <a:endCxn id="35" idx="0"/>
          </p:cNvCxnSpPr>
          <p:nvPr/>
        </p:nvCxnSpPr>
        <p:spPr>
          <a:xfrm flipH="1">
            <a:off x="9606436" y="3553612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Connector 36"/>
          <p:cNvSpPr/>
          <p:nvPr/>
        </p:nvSpPr>
        <p:spPr>
          <a:xfrm>
            <a:off x="6648930" y="303567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7084781" y="230070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8008005" y="30563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9" idx="0"/>
          </p:cNvCxnSpPr>
          <p:nvPr/>
        </p:nvCxnSpPr>
        <p:spPr>
          <a:xfrm>
            <a:off x="8064325" y="2300706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11007473" y="459018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4" name="Straight Arrow Connector 63"/>
          <p:cNvCxnSpPr>
            <a:stCxn id="31" idx="5"/>
            <a:endCxn id="58" idx="0"/>
          </p:cNvCxnSpPr>
          <p:nvPr/>
        </p:nvCxnSpPr>
        <p:spPr>
          <a:xfrm>
            <a:off x="10918983" y="3553612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Flowchart: Connector 64"/>
          <p:cNvSpPr/>
          <p:nvPr/>
        </p:nvSpPr>
        <p:spPr>
          <a:xfrm>
            <a:off x="7281372" y="459655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71" name="Straight Arrow Connector 70"/>
          <p:cNvCxnSpPr>
            <a:stCxn id="37" idx="5"/>
            <a:endCxn id="65" idx="0"/>
          </p:cNvCxnSpPr>
          <p:nvPr/>
        </p:nvCxnSpPr>
        <p:spPr>
          <a:xfrm>
            <a:off x="7164689" y="3511807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Flowchart: Connector 71"/>
          <p:cNvSpPr/>
          <p:nvPr/>
        </p:nvSpPr>
        <p:spPr>
          <a:xfrm>
            <a:off x="5870102" y="459018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73" name="Straight Arrow Connector 72"/>
          <p:cNvCxnSpPr>
            <a:endCxn id="72" idx="0"/>
          </p:cNvCxnSpPr>
          <p:nvPr/>
        </p:nvCxnSpPr>
        <p:spPr>
          <a:xfrm flipH="1">
            <a:off x="6172227" y="3593499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Flowchart: Connector 73"/>
          <p:cNvSpPr/>
          <p:nvPr/>
        </p:nvSpPr>
        <p:spPr>
          <a:xfrm>
            <a:off x="11568575" y="590566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75" name="Straight Arrow Connector 74"/>
          <p:cNvCxnSpPr>
            <a:stCxn id="58" idx="5"/>
            <a:endCxn id="74" idx="0"/>
          </p:cNvCxnSpPr>
          <p:nvPr/>
        </p:nvCxnSpPr>
        <p:spPr>
          <a:xfrm>
            <a:off x="11523232" y="5066316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329482" y="5301324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58" grpId="0" animBg="1"/>
      <p:bldP spid="65" grpId="0" animBg="1"/>
      <p:bldP spid="72" grpId="0" animBg="1"/>
      <p:bldP spid="74" grpId="0" animBg="1"/>
      <p:bldP spid="7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063013" y="2751915"/>
            <a:ext cx="121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99108" y="2345535"/>
            <a:ext cx="163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28" idx="3"/>
          </p:cNvCxnSpPr>
          <p:nvPr/>
        </p:nvCxnSpPr>
        <p:spPr>
          <a:xfrm flipH="1">
            <a:off x="2174663" y="973556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28" idx="5"/>
            <a:endCxn id="30" idx="1"/>
          </p:cNvCxnSpPr>
          <p:nvPr/>
        </p:nvCxnSpPr>
        <p:spPr>
          <a:xfrm>
            <a:off x="3304072" y="973556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378033" y="2307085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/>
          <p:cNvSpPr/>
          <p:nvPr/>
        </p:nvSpPr>
        <p:spPr>
          <a:xfrm>
            <a:off x="2788313" y="49742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1779598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3924200" y="18309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4602191" y="30838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3168030" y="308385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4" name="Straight Arrow Connector 33"/>
          <p:cNvCxnSpPr>
            <a:stCxn id="30" idx="3"/>
            <a:endCxn id="33" idx="0"/>
          </p:cNvCxnSpPr>
          <p:nvPr/>
        </p:nvCxnSpPr>
        <p:spPr>
          <a:xfrm flipH="1">
            <a:off x="3470155" y="23070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3503278" y="460293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6" name="Straight Arrow Connector 35"/>
          <p:cNvCxnSpPr>
            <a:stCxn id="31" idx="3"/>
            <a:endCxn id="35" idx="0"/>
          </p:cNvCxnSpPr>
          <p:nvPr/>
        </p:nvCxnSpPr>
        <p:spPr>
          <a:xfrm flipH="1">
            <a:off x="3805403" y="3559991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Connector 36"/>
          <p:cNvSpPr/>
          <p:nvPr/>
        </p:nvSpPr>
        <p:spPr>
          <a:xfrm>
            <a:off x="847897" y="30420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1283748" y="2307085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2206972" y="30627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9" idx="0"/>
          </p:cNvCxnSpPr>
          <p:nvPr/>
        </p:nvCxnSpPr>
        <p:spPr>
          <a:xfrm>
            <a:off x="2263292" y="2307085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5206440" y="459656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64" name="Straight Arrow Connector 63"/>
          <p:cNvCxnSpPr>
            <a:stCxn id="31" idx="5"/>
            <a:endCxn id="58" idx="0"/>
          </p:cNvCxnSpPr>
          <p:nvPr/>
        </p:nvCxnSpPr>
        <p:spPr>
          <a:xfrm>
            <a:off x="5117950" y="3559991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Flowchart: Connector 64"/>
          <p:cNvSpPr/>
          <p:nvPr/>
        </p:nvSpPr>
        <p:spPr>
          <a:xfrm>
            <a:off x="1480339" y="460293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71" name="Straight Arrow Connector 70"/>
          <p:cNvCxnSpPr>
            <a:stCxn id="37" idx="5"/>
            <a:endCxn id="65" idx="0"/>
          </p:cNvCxnSpPr>
          <p:nvPr/>
        </p:nvCxnSpPr>
        <p:spPr>
          <a:xfrm>
            <a:off x="1363656" y="3518186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Flowchart: Connector 71"/>
          <p:cNvSpPr/>
          <p:nvPr/>
        </p:nvSpPr>
        <p:spPr>
          <a:xfrm>
            <a:off x="69069" y="459656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73" name="Straight Arrow Connector 72"/>
          <p:cNvCxnSpPr>
            <a:endCxn id="72" idx="0"/>
          </p:cNvCxnSpPr>
          <p:nvPr/>
        </p:nvCxnSpPr>
        <p:spPr>
          <a:xfrm flipH="1">
            <a:off x="371194" y="3599878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Flowchart: Connector 73"/>
          <p:cNvSpPr/>
          <p:nvPr/>
        </p:nvSpPr>
        <p:spPr>
          <a:xfrm>
            <a:off x="5767542" y="591204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75" name="Straight Arrow Connector 74"/>
          <p:cNvCxnSpPr>
            <a:stCxn id="58" idx="5"/>
            <a:endCxn id="74" idx="0"/>
          </p:cNvCxnSpPr>
          <p:nvPr/>
        </p:nvCxnSpPr>
        <p:spPr>
          <a:xfrm>
            <a:off x="5722199" y="5072695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528449" y="5307703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  <p:cxnSp>
        <p:nvCxnSpPr>
          <p:cNvPr id="7" name="Straight Arrow Connector 6"/>
          <p:cNvCxnSpPr>
            <a:stCxn id="10" idx="3"/>
          </p:cNvCxnSpPr>
          <p:nvPr/>
        </p:nvCxnSpPr>
        <p:spPr>
          <a:xfrm flipH="1">
            <a:off x="7971891" y="929649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5"/>
            <a:endCxn id="12" idx="1"/>
          </p:cNvCxnSpPr>
          <p:nvPr/>
        </p:nvCxnSpPr>
        <p:spPr>
          <a:xfrm>
            <a:off x="9101300" y="929649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75261" y="226317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8585541" y="4535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7576826" y="178704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9721428" y="178704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10399419" y="303994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15" name="Flowchart: Connector 14"/>
          <p:cNvSpPr/>
          <p:nvPr/>
        </p:nvSpPr>
        <p:spPr>
          <a:xfrm>
            <a:off x="8965258" y="303994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12" idx="3"/>
            <a:endCxn id="15" idx="0"/>
          </p:cNvCxnSpPr>
          <p:nvPr/>
        </p:nvCxnSpPr>
        <p:spPr>
          <a:xfrm flipH="1">
            <a:off x="9267383" y="2263178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9300506" y="455903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3" idx="3"/>
            <a:endCxn id="17" idx="0"/>
          </p:cNvCxnSpPr>
          <p:nvPr/>
        </p:nvCxnSpPr>
        <p:spPr>
          <a:xfrm flipH="1">
            <a:off x="9602631" y="3516084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6645125" y="299814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080976" y="226317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8004200" y="301886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23" name="Straight Arrow Connector 22"/>
          <p:cNvCxnSpPr>
            <a:endCxn id="22" idx="0"/>
          </p:cNvCxnSpPr>
          <p:nvPr/>
        </p:nvCxnSpPr>
        <p:spPr>
          <a:xfrm>
            <a:off x="8060520" y="2263178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11003668" y="455265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13" idx="5"/>
            <a:endCxn id="24" idx="0"/>
          </p:cNvCxnSpPr>
          <p:nvPr/>
        </p:nvCxnSpPr>
        <p:spPr>
          <a:xfrm>
            <a:off x="10915178" y="3516084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7277567" y="455903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2" name="Straight Arrow Connector 31"/>
          <p:cNvCxnSpPr>
            <a:stCxn id="20" idx="5"/>
            <a:endCxn id="26" idx="0"/>
          </p:cNvCxnSpPr>
          <p:nvPr/>
        </p:nvCxnSpPr>
        <p:spPr>
          <a:xfrm>
            <a:off x="7160884" y="3474279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Connector 58"/>
          <p:cNvSpPr/>
          <p:nvPr/>
        </p:nvSpPr>
        <p:spPr>
          <a:xfrm>
            <a:off x="5866297" y="455265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2" name="Straight Arrow Connector 61"/>
          <p:cNvCxnSpPr>
            <a:endCxn id="59" idx="0"/>
          </p:cNvCxnSpPr>
          <p:nvPr/>
        </p:nvCxnSpPr>
        <p:spPr>
          <a:xfrm flipH="1">
            <a:off x="6168422" y="3555971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Connector 62"/>
          <p:cNvSpPr/>
          <p:nvPr/>
        </p:nvSpPr>
        <p:spPr>
          <a:xfrm>
            <a:off x="11564770" y="586813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66" name="Straight Arrow Connector 65"/>
          <p:cNvCxnSpPr>
            <a:stCxn id="24" idx="5"/>
            <a:endCxn id="63" idx="0"/>
          </p:cNvCxnSpPr>
          <p:nvPr/>
        </p:nvCxnSpPr>
        <p:spPr>
          <a:xfrm>
            <a:off x="11519427" y="5028788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20" grpId="0" animBg="1"/>
      <p:bldP spid="22" grpId="0" animBg="1"/>
      <p:bldP spid="24" grpId="0" animBg="1"/>
      <p:bldP spid="26" grpId="0" animBg="1"/>
      <p:bldP spid="59" grpId="0" animBg="1"/>
      <p:bldP spid="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7" name="Straight Arrow Connector 6"/>
          <p:cNvCxnSpPr>
            <a:stCxn id="10" idx="3"/>
          </p:cNvCxnSpPr>
          <p:nvPr/>
        </p:nvCxnSpPr>
        <p:spPr>
          <a:xfrm flipH="1">
            <a:off x="2190523" y="106730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5"/>
            <a:endCxn id="12" idx="1"/>
          </p:cNvCxnSpPr>
          <p:nvPr/>
        </p:nvCxnSpPr>
        <p:spPr>
          <a:xfrm>
            <a:off x="3319932" y="106730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93893" y="240082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2804173" y="59116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1795458" y="192469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3940060" y="192469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4618051" y="317760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15" name="Flowchart: Connector 14"/>
          <p:cNvSpPr/>
          <p:nvPr/>
        </p:nvSpPr>
        <p:spPr>
          <a:xfrm>
            <a:off x="3183890" y="31775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12" idx="3"/>
            <a:endCxn id="15" idx="0"/>
          </p:cNvCxnSpPr>
          <p:nvPr/>
        </p:nvCxnSpPr>
        <p:spPr>
          <a:xfrm flipH="1">
            <a:off x="3486015" y="2400829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3519138" y="469668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3" idx="3"/>
            <a:endCxn id="17" idx="0"/>
          </p:cNvCxnSpPr>
          <p:nvPr/>
        </p:nvCxnSpPr>
        <p:spPr>
          <a:xfrm flipH="1">
            <a:off x="3821263" y="3653735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863757" y="31357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1299608" y="240082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2222832" y="31565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23" name="Straight Arrow Connector 22"/>
          <p:cNvCxnSpPr>
            <a:endCxn id="22" idx="0"/>
          </p:cNvCxnSpPr>
          <p:nvPr/>
        </p:nvCxnSpPr>
        <p:spPr>
          <a:xfrm>
            <a:off x="2279152" y="2400829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/>
          <p:cNvSpPr/>
          <p:nvPr/>
        </p:nvSpPr>
        <p:spPr>
          <a:xfrm>
            <a:off x="5222300" y="469030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13" idx="5"/>
            <a:endCxn id="24" idx="0"/>
          </p:cNvCxnSpPr>
          <p:nvPr/>
        </p:nvCxnSpPr>
        <p:spPr>
          <a:xfrm>
            <a:off x="5133810" y="3653735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1496199" y="469668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32" name="Straight Arrow Connector 31"/>
          <p:cNvCxnSpPr>
            <a:stCxn id="20" idx="5"/>
            <a:endCxn id="26" idx="0"/>
          </p:cNvCxnSpPr>
          <p:nvPr/>
        </p:nvCxnSpPr>
        <p:spPr>
          <a:xfrm>
            <a:off x="1379516" y="3611930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Connector 58"/>
          <p:cNvSpPr/>
          <p:nvPr/>
        </p:nvSpPr>
        <p:spPr>
          <a:xfrm>
            <a:off x="84929" y="469030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2" name="Straight Arrow Connector 61"/>
          <p:cNvCxnSpPr>
            <a:endCxn id="59" idx="0"/>
          </p:cNvCxnSpPr>
          <p:nvPr/>
        </p:nvCxnSpPr>
        <p:spPr>
          <a:xfrm flipH="1">
            <a:off x="387054" y="3693622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Connector 62"/>
          <p:cNvSpPr/>
          <p:nvPr/>
        </p:nvSpPr>
        <p:spPr>
          <a:xfrm>
            <a:off x="5783402" y="600578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66" name="Straight Arrow Connector 65"/>
          <p:cNvCxnSpPr>
            <a:stCxn id="24" idx="5"/>
            <a:endCxn id="63" idx="0"/>
          </p:cNvCxnSpPr>
          <p:nvPr/>
        </p:nvCxnSpPr>
        <p:spPr>
          <a:xfrm>
            <a:off x="5738059" y="5166439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5285432" y="2692921"/>
            <a:ext cx="121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>
            <a:stCxn id="43" idx="3"/>
          </p:cNvCxnSpPr>
          <p:nvPr/>
        </p:nvCxnSpPr>
        <p:spPr>
          <a:xfrm flipH="1">
            <a:off x="8006577" y="106730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43" idx="5"/>
            <a:endCxn id="45" idx="1"/>
          </p:cNvCxnSpPr>
          <p:nvPr/>
        </p:nvCxnSpPr>
        <p:spPr>
          <a:xfrm>
            <a:off x="9135986" y="106730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0209947" y="240082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Connector 42"/>
          <p:cNvSpPr/>
          <p:nvPr/>
        </p:nvSpPr>
        <p:spPr>
          <a:xfrm>
            <a:off x="8620227" y="59116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7611512" y="192469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9756114" y="192469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6" name="Flowchart: Connector 45"/>
          <p:cNvSpPr/>
          <p:nvPr/>
        </p:nvSpPr>
        <p:spPr>
          <a:xfrm>
            <a:off x="10434105" y="317760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8999944" y="31775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48" name="Straight Arrow Connector 47"/>
          <p:cNvCxnSpPr>
            <a:stCxn id="45" idx="3"/>
            <a:endCxn id="47" idx="0"/>
          </p:cNvCxnSpPr>
          <p:nvPr/>
        </p:nvCxnSpPr>
        <p:spPr>
          <a:xfrm flipH="1">
            <a:off x="9302069" y="2400829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lowchart: Connector 48"/>
          <p:cNvSpPr/>
          <p:nvPr/>
        </p:nvSpPr>
        <p:spPr>
          <a:xfrm>
            <a:off x="9335192" y="469668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0" name="Straight Arrow Connector 49"/>
          <p:cNvCxnSpPr>
            <a:stCxn id="46" idx="3"/>
            <a:endCxn id="49" idx="0"/>
          </p:cNvCxnSpPr>
          <p:nvPr/>
        </p:nvCxnSpPr>
        <p:spPr>
          <a:xfrm flipH="1">
            <a:off x="9637317" y="3653735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/>
          <p:cNvSpPr/>
          <p:nvPr/>
        </p:nvSpPr>
        <p:spPr>
          <a:xfrm>
            <a:off x="6679811" y="31357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7115662" y="240082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Flowchart: Connector 52"/>
          <p:cNvSpPr/>
          <p:nvPr/>
        </p:nvSpPr>
        <p:spPr>
          <a:xfrm>
            <a:off x="8038886" y="31565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4" name="Straight Arrow Connector 53"/>
          <p:cNvCxnSpPr>
            <a:endCxn id="53" idx="0"/>
          </p:cNvCxnSpPr>
          <p:nvPr/>
        </p:nvCxnSpPr>
        <p:spPr>
          <a:xfrm>
            <a:off x="8095206" y="2400829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11038354" y="469030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46" idx="5"/>
            <a:endCxn id="55" idx="0"/>
          </p:cNvCxnSpPr>
          <p:nvPr/>
        </p:nvCxnSpPr>
        <p:spPr>
          <a:xfrm>
            <a:off x="10949864" y="3653735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Flowchart: Connector 56"/>
          <p:cNvSpPr/>
          <p:nvPr/>
        </p:nvSpPr>
        <p:spPr>
          <a:xfrm>
            <a:off x="7312253" y="469668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0" name="Straight Arrow Connector 59"/>
          <p:cNvCxnSpPr>
            <a:stCxn id="51" idx="5"/>
            <a:endCxn id="57" idx="0"/>
          </p:cNvCxnSpPr>
          <p:nvPr/>
        </p:nvCxnSpPr>
        <p:spPr>
          <a:xfrm>
            <a:off x="7195570" y="3611930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lowchart: Connector 60"/>
          <p:cNvSpPr/>
          <p:nvPr/>
        </p:nvSpPr>
        <p:spPr>
          <a:xfrm>
            <a:off x="5900983" y="469030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7" name="Straight Arrow Connector 66"/>
          <p:cNvCxnSpPr>
            <a:endCxn id="61" idx="0"/>
          </p:cNvCxnSpPr>
          <p:nvPr/>
        </p:nvCxnSpPr>
        <p:spPr>
          <a:xfrm flipH="1">
            <a:off x="6203108" y="3693622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owchart: Connector 67"/>
          <p:cNvSpPr/>
          <p:nvPr/>
        </p:nvSpPr>
        <p:spPr>
          <a:xfrm>
            <a:off x="11599456" y="600578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69" name="Straight Arrow Connector 68"/>
          <p:cNvCxnSpPr>
            <a:stCxn id="55" idx="5"/>
            <a:endCxn id="68" idx="0"/>
          </p:cNvCxnSpPr>
          <p:nvPr/>
        </p:nvCxnSpPr>
        <p:spPr>
          <a:xfrm>
            <a:off x="11554113" y="5166439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406459" y="2279621"/>
            <a:ext cx="13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</a:t>
            </a:r>
            <a:endParaRPr lang="en-IN" dirty="0"/>
          </a:p>
        </p:txBody>
      </p:sp>
      <p:sp>
        <p:nvSpPr>
          <p:cNvPr id="77" name="TextBox 76"/>
          <p:cNvSpPr txBox="1"/>
          <p:nvPr/>
        </p:nvSpPr>
        <p:spPr>
          <a:xfrm>
            <a:off x="10407746" y="2474650"/>
            <a:ext cx="145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R-R conflict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61" grpId="0" animBg="1"/>
      <p:bldP spid="68" grpId="0" animBg="1"/>
      <p:bldP spid="76" grpId="0"/>
      <p:bldP spid="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54" y="-60406"/>
            <a:ext cx="8596668" cy="557827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10, 18, 7, 15, 16, 30, 25, 40, 60, 2, 1, 70</a:t>
            </a:r>
            <a:br>
              <a:rPr lang="en-IN" sz="3600" dirty="0"/>
            </a:br>
            <a:endParaRPr lang="en-IN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372008" y="2606911"/>
            <a:ext cx="121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>
            <a:stCxn id="43" idx="3"/>
          </p:cNvCxnSpPr>
          <p:nvPr/>
        </p:nvCxnSpPr>
        <p:spPr>
          <a:xfrm flipH="1">
            <a:off x="2233414" y="115579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43" idx="5"/>
            <a:endCxn id="45" idx="1"/>
          </p:cNvCxnSpPr>
          <p:nvPr/>
        </p:nvCxnSpPr>
        <p:spPr>
          <a:xfrm>
            <a:off x="3362823" y="115579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436784" y="248932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Connector 42"/>
          <p:cNvSpPr/>
          <p:nvPr/>
        </p:nvSpPr>
        <p:spPr>
          <a:xfrm>
            <a:off x="2847064" y="6796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1838349" y="20131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3982951" y="201318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46" name="Flowchart: Connector 45"/>
          <p:cNvSpPr/>
          <p:nvPr/>
        </p:nvSpPr>
        <p:spPr>
          <a:xfrm>
            <a:off x="4660942" y="32660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3226781" y="32660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48" name="Straight Arrow Connector 47"/>
          <p:cNvCxnSpPr>
            <a:stCxn id="45" idx="3"/>
            <a:endCxn id="47" idx="0"/>
          </p:cNvCxnSpPr>
          <p:nvPr/>
        </p:nvCxnSpPr>
        <p:spPr>
          <a:xfrm flipH="1">
            <a:off x="3528906" y="2489320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lowchart: Connector 48"/>
          <p:cNvSpPr/>
          <p:nvPr/>
        </p:nvSpPr>
        <p:spPr>
          <a:xfrm>
            <a:off x="3562029" y="47851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0" name="Straight Arrow Connector 49"/>
          <p:cNvCxnSpPr>
            <a:stCxn id="46" idx="3"/>
            <a:endCxn id="49" idx="0"/>
          </p:cNvCxnSpPr>
          <p:nvPr/>
        </p:nvCxnSpPr>
        <p:spPr>
          <a:xfrm flipH="1">
            <a:off x="3864154" y="3742226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/>
          <p:cNvSpPr/>
          <p:nvPr/>
        </p:nvSpPr>
        <p:spPr>
          <a:xfrm>
            <a:off x="906648" y="322428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1342499" y="248932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Flowchart: Connector 52"/>
          <p:cNvSpPr/>
          <p:nvPr/>
        </p:nvSpPr>
        <p:spPr>
          <a:xfrm>
            <a:off x="2265723" y="32450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54" name="Straight Arrow Connector 53"/>
          <p:cNvCxnSpPr>
            <a:endCxn id="53" idx="0"/>
          </p:cNvCxnSpPr>
          <p:nvPr/>
        </p:nvCxnSpPr>
        <p:spPr>
          <a:xfrm>
            <a:off x="2322043" y="2489320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5265191" y="47787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46" idx="5"/>
            <a:endCxn id="55" idx="0"/>
          </p:cNvCxnSpPr>
          <p:nvPr/>
        </p:nvCxnSpPr>
        <p:spPr>
          <a:xfrm>
            <a:off x="5176701" y="3742226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Flowchart: Connector 56"/>
          <p:cNvSpPr/>
          <p:nvPr/>
        </p:nvSpPr>
        <p:spPr>
          <a:xfrm>
            <a:off x="1539090" y="478517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0" name="Straight Arrow Connector 59"/>
          <p:cNvCxnSpPr>
            <a:stCxn id="51" idx="5"/>
            <a:endCxn id="57" idx="0"/>
          </p:cNvCxnSpPr>
          <p:nvPr/>
        </p:nvCxnSpPr>
        <p:spPr>
          <a:xfrm>
            <a:off x="1422407" y="3700421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lowchart: Connector 60"/>
          <p:cNvSpPr/>
          <p:nvPr/>
        </p:nvSpPr>
        <p:spPr>
          <a:xfrm>
            <a:off x="127820" y="477879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67" name="Straight Arrow Connector 66"/>
          <p:cNvCxnSpPr>
            <a:endCxn id="61" idx="0"/>
          </p:cNvCxnSpPr>
          <p:nvPr/>
        </p:nvCxnSpPr>
        <p:spPr>
          <a:xfrm flipH="1">
            <a:off x="429945" y="3782113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owchart: Connector 67"/>
          <p:cNvSpPr/>
          <p:nvPr/>
        </p:nvSpPr>
        <p:spPr>
          <a:xfrm>
            <a:off x="5826293" y="609427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69" name="Straight Arrow Connector 68"/>
          <p:cNvCxnSpPr>
            <a:stCxn id="55" idx="5"/>
            <a:endCxn id="68" idx="0"/>
          </p:cNvCxnSpPr>
          <p:nvPr/>
        </p:nvCxnSpPr>
        <p:spPr>
          <a:xfrm>
            <a:off x="5780950" y="5254930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531696" y="2189536"/>
            <a:ext cx="13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Recolor</a:t>
            </a:r>
            <a:endParaRPr lang="en-IN" dirty="0"/>
          </a:p>
        </p:txBody>
      </p:sp>
      <p:cxnSp>
        <p:nvCxnSpPr>
          <p:cNvPr id="6" name="Straight Arrow Connector 5"/>
          <p:cNvCxnSpPr>
            <a:stCxn id="27" idx="3"/>
          </p:cNvCxnSpPr>
          <p:nvPr/>
        </p:nvCxnSpPr>
        <p:spPr>
          <a:xfrm flipH="1">
            <a:off x="8031930" y="115579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7" idx="5"/>
            <a:endCxn id="29" idx="1"/>
          </p:cNvCxnSpPr>
          <p:nvPr/>
        </p:nvCxnSpPr>
        <p:spPr>
          <a:xfrm>
            <a:off x="9161339" y="115579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0235300" y="248932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8645580" y="6796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16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7636865" y="201318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9781467" y="201318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10459458" y="32660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9025297" y="32660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18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29" idx="3"/>
            <a:endCxn id="31" idx="0"/>
          </p:cNvCxnSpPr>
          <p:nvPr/>
        </p:nvCxnSpPr>
        <p:spPr>
          <a:xfrm flipH="1">
            <a:off x="9327422" y="2489320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9360545" y="47851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30" idx="3"/>
            <a:endCxn id="34" idx="0"/>
          </p:cNvCxnSpPr>
          <p:nvPr/>
        </p:nvCxnSpPr>
        <p:spPr>
          <a:xfrm flipH="1">
            <a:off x="9662670" y="3742226"/>
            <a:ext cx="885278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6705164" y="322428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7141015" y="248932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8064239" y="324500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</a:t>
            </a:r>
            <a:endParaRPr lang="en-IN" dirty="0"/>
          </a:p>
        </p:txBody>
      </p:sp>
      <p:cxnSp>
        <p:nvCxnSpPr>
          <p:cNvPr id="39" name="Straight Arrow Connector 38"/>
          <p:cNvCxnSpPr>
            <a:endCxn id="38" idx="0"/>
          </p:cNvCxnSpPr>
          <p:nvPr/>
        </p:nvCxnSpPr>
        <p:spPr>
          <a:xfrm>
            <a:off x="8120559" y="2489320"/>
            <a:ext cx="245805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lowchart: Connector 39"/>
          <p:cNvSpPr/>
          <p:nvPr/>
        </p:nvSpPr>
        <p:spPr>
          <a:xfrm>
            <a:off x="11063707" y="47787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8" name="Straight Arrow Connector 57"/>
          <p:cNvCxnSpPr>
            <a:stCxn id="30" idx="5"/>
            <a:endCxn id="40" idx="0"/>
          </p:cNvCxnSpPr>
          <p:nvPr/>
        </p:nvCxnSpPr>
        <p:spPr>
          <a:xfrm>
            <a:off x="10975217" y="3742226"/>
            <a:ext cx="390615" cy="103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lowchart: Connector 63"/>
          <p:cNvSpPr/>
          <p:nvPr/>
        </p:nvSpPr>
        <p:spPr>
          <a:xfrm>
            <a:off x="7337606" y="478517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cxnSp>
        <p:nvCxnSpPr>
          <p:cNvPr id="65" name="Straight Arrow Connector 64"/>
          <p:cNvCxnSpPr>
            <a:stCxn id="36" idx="5"/>
            <a:endCxn id="64" idx="0"/>
          </p:cNvCxnSpPr>
          <p:nvPr/>
        </p:nvCxnSpPr>
        <p:spPr>
          <a:xfrm>
            <a:off x="7220923" y="3700421"/>
            <a:ext cx="418808" cy="1084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Flowchart: Connector 69"/>
          <p:cNvSpPr/>
          <p:nvPr/>
        </p:nvSpPr>
        <p:spPr>
          <a:xfrm>
            <a:off x="5926336" y="477879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IN" dirty="0"/>
          </a:p>
        </p:txBody>
      </p:sp>
      <p:cxnSp>
        <p:nvCxnSpPr>
          <p:cNvPr id="71" name="Straight Arrow Connector 70"/>
          <p:cNvCxnSpPr>
            <a:endCxn id="70" idx="0"/>
          </p:cNvCxnSpPr>
          <p:nvPr/>
        </p:nvCxnSpPr>
        <p:spPr>
          <a:xfrm flipH="1">
            <a:off x="6228461" y="3782113"/>
            <a:ext cx="690338" cy="99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Flowchart: Connector 71"/>
          <p:cNvSpPr/>
          <p:nvPr/>
        </p:nvSpPr>
        <p:spPr>
          <a:xfrm>
            <a:off x="11624809" y="609427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73" name="Straight Arrow Connector 72"/>
          <p:cNvCxnSpPr>
            <a:stCxn id="40" idx="5"/>
            <a:endCxn id="72" idx="0"/>
          </p:cNvCxnSpPr>
          <p:nvPr/>
        </p:nvCxnSpPr>
        <p:spPr>
          <a:xfrm>
            <a:off x="11579466" y="5254930"/>
            <a:ext cx="347468" cy="83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27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6" grpId="0" animBg="1"/>
      <p:bldP spid="38" grpId="0" animBg="1"/>
      <p:bldP spid="40" grpId="0" animBg="1"/>
      <p:bldP spid="64" grpId="0" animBg="1"/>
      <p:bldP spid="70" grpId="0" animBg="1"/>
      <p:bldP spid="72" grpId="0" animBg="1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2893</Words>
  <Application>WPS Presentation</Application>
  <PresentationFormat>Widescreen</PresentationFormat>
  <Paragraphs>846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SimSun</vt:lpstr>
      <vt:lpstr>Wingdings</vt:lpstr>
      <vt:lpstr>Wingdings 3</vt:lpstr>
      <vt:lpstr>Arial</vt:lpstr>
      <vt:lpstr>CMSS10</vt:lpstr>
      <vt:lpstr>Segoe Print</vt:lpstr>
      <vt:lpstr>Trebuchet MS</vt:lpstr>
      <vt:lpstr>Microsoft YaHei</vt:lpstr>
      <vt:lpstr>Arial Unicode MS</vt:lpstr>
      <vt:lpstr>Aptos</vt:lpstr>
      <vt:lpstr>Facet</vt:lpstr>
      <vt:lpstr>Red Black Trees</vt:lpstr>
      <vt:lpstr>Properties</vt:lpstr>
      <vt:lpstr>Insertion in RB Tree</vt:lpstr>
      <vt:lpstr>Create a RB Tree with the following keys: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  <vt:lpstr>10, 18, 7, 15, 16, 30, 25, 40, 60, 2, 1, 70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Vishnoi</dc:creator>
  <cp:lastModifiedBy>Sachin Barsiwal</cp:lastModifiedBy>
  <cp:revision>6</cp:revision>
  <dcterms:created xsi:type="dcterms:W3CDTF">2024-09-10T05:13:00Z</dcterms:created>
  <dcterms:modified xsi:type="dcterms:W3CDTF">2024-09-25T16:32:59Z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6329F4D276AF4EED9741DADF9A745630_12</vt:lpwstr>
  </property>
  <property fmtid="{D5CDD505-2E9C-101B-9397-08002B2CF9AE}" pid="3" name="KSOProductBuildVer">
    <vt:lpwstr>1033-12.2.0.18283</vt:lpwstr>
  </property>
</Properties>
</file>